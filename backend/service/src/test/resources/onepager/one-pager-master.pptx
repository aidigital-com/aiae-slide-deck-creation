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13716000" cx="7772400"/>
  <p:notesSz cx="6858000" cy="9144000"/>
  <p:embeddedFontLst>
    <p:embeddedFont>
      <p:font typeface="Barlow Semi Condensed ExtraBold"/>
      <p:bold r:id="rId11"/>
      <p:boldItalic r:id="rId12"/>
    </p:embeddedFont>
    <p:embeddedFont>
      <p:font typeface="Inter Light"/>
      <p:regular r:id="rId13"/>
      <p:bold r:id="rId14"/>
      <p:italic r:id="rId15"/>
      <p:boldItalic r:id="rId16"/>
    </p:embeddedFont>
    <p:embeddedFont>
      <p:font typeface="Inter"/>
      <p:regular r:id="rId17"/>
      <p:bold r:id="rId18"/>
      <p:italic r:id="rId19"/>
      <p:boldItalic r:id="rId20"/>
    </p:embeddedFont>
    <p:embeddedFont>
      <p:font typeface="Barlow Condensed"/>
      <p:regular r:id="rId21"/>
      <p:bold r:id="rId22"/>
      <p:italic r:id="rId23"/>
      <p:boldItalic r:id="rId24"/>
    </p:embeddedFont>
    <p:embeddedFont>
      <p:font typeface="Barlow Semi Condensed"/>
      <p:regular r:id="rId25"/>
      <p:bold r:id="rId26"/>
      <p:italic r:id="rId27"/>
      <p:boldItalic r:id="rId28"/>
    </p:embeddedFont>
    <p:embeddedFont>
      <p:font typeface="Barlow Semi Condensed Black"/>
      <p:bold r:id="rId29"/>
      <p:boldItalic r:id="rId30"/>
    </p:embeddedFont>
    <p:embeddedFont>
      <p:font typeface="Inter Medium"/>
      <p:regular r:id="rId31"/>
      <p:bold r:id="rId32"/>
      <p:italic r:id="rId33"/>
      <p:boldItalic r:id="rId34"/>
    </p:embeddedFont>
    <p:embeddedFont>
      <p:font typeface="Barlow Black"/>
      <p:bold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22" Type="http://schemas.openxmlformats.org/officeDocument/2006/relationships/font" Target="fonts/BarlowCondensed-bold.fntdata"/><Relationship Id="rId21" Type="http://schemas.openxmlformats.org/officeDocument/2006/relationships/font" Target="fonts/BarlowCondensed-regular.fntdata"/><Relationship Id="rId24" Type="http://schemas.openxmlformats.org/officeDocument/2006/relationships/font" Target="fonts/BarlowCondensed-boldItalic.fntdata"/><Relationship Id="rId23" Type="http://schemas.openxmlformats.org/officeDocument/2006/relationships/font" Target="fonts/BarlowCondense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BarlowSemiCondensed-bold.fntdata"/><Relationship Id="rId25" Type="http://schemas.openxmlformats.org/officeDocument/2006/relationships/font" Target="fonts/BarlowSemiCondensed-regular.fntdata"/><Relationship Id="rId28" Type="http://schemas.openxmlformats.org/officeDocument/2006/relationships/font" Target="fonts/BarlowSemiCondensed-boldItalic.fntdata"/><Relationship Id="rId27" Type="http://schemas.openxmlformats.org/officeDocument/2006/relationships/font" Target="fonts/BarlowSemiCondense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BarlowSemiCondensedBlack-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InterMedium-regular.fntdata"/><Relationship Id="rId30" Type="http://schemas.openxmlformats.org/officeDocument/2006/relationships/font" Target="fonts/BarlowSemiCondensedBlack-boldItalic.fntdata"/><Relationship Id="rId11" Type="http://schemas.openxmlformats.org/officeDocument/2006/relationships/font" Target="fonts/BarlowSemiCondensedExtraBold-bold.fntdata"/><Relationship Id="rId33" Type="http://schemas.openxmlformats.org/officeDocument/2006/relationships/font" Target="fonts/InterMedium-italic.fntdata"/><Relationship Id="rId10" Type="http://schemas.openxmlformats.org/officeDocument/2006/relationships/slide" Target="slides/slide6.xml"/><Relationship Id="rId32" Type="http://schemas.openxmlformats.org/officeDocument/2006/relationships/font" Target="fonts/InterMedium-bold.fntdata"/><Relationship Id="rId13" Type="http://schemas.openxmlformats.org/officeDocument/2006/relationships/font" Target="fonts/InterLight-regular.fntdata"/><Relationship Id="rId35" Type="http://schemas.openxmlformats.org/officeDocument/2006/relationships/font" Target="fonts/BarlowBlack-bold.fntdata"/><Relationship Id="rId12" Type="http://schemas.openxmlformats.org/officeDocument/2006/relationships/font" Target="fonts/BarlowSemiCondensedExtraBold-boldItalic.fntdata"/><Relationship Id="rId34" Type="http://schemas.openxmlformats.org/officeDocument/2006/relationships/font" Target="fonts/InterMedium-boldItalic.fntdata"/><Relationship Id="rId15" Type="http://schemas.openxmlformats.org/officeDocument/2006/relationships/font" Target="fonts/InterLight-italic.fntdata"/><Relationship Id="rId14" Type="http://schemas.openxmlformats.org/officeDocument/2006/relationships/font" Target="fonts/InterLight-bold.fntdata"/><Relationship Id="rId36" Type="http://schemas.openxmlformats.org/officeDocument/2006/relationships/font" Target="fonts/BarlowBlack-boldItalic.fntdata"/><Relationship Id="rId17" Type="http://schemas.openxmlformats.org/officeDocument/2006/relationships/font" Target="fonts/Inter-regular.fntdata"/><Relationship Id="rId16" Type="http://schemas.openxmlformats.org/officeDocument/2006/relationships/font" Target="fonts/InterLight-boldItalic.fntdata"/><Relationship Id="rId19" Type="http://schemas.openxmlformats.org/officeDocument/2006/relationships/font" Target="fonts/Inter-italic.fntdata"/><Relationship Id="rId1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54684" y="1143000"/>
            <a:ext cx="1748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2554684" y="1143000"/>
            <a:ext cx="1748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2554684" y="1143000"/>
            <a:ext cx="1748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p:nvPr>
            <p:ph idx="2" type="sldImg"/>
          </p:nvPr>
        </p:nvSpPr>
        <p:spPr>
          <a:xfrm>
            <a:off x="2554684" y="1143000"/>
            <a:ext cx="1748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notes"/>
          <p:cNvSpPr/>
          <p:nvPr>
            <p:ph idx="2" type="sldImg"/>
          </p:nvPr>
        </p:nvSpPr>
        <p:spPr>
          <a:xfrm>
            <a:off x="2554684" y="1143000"/>
            <a:ext cx="1748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5:notes"/>
          <p:cNvSpPr/>
          <p:nvPr>
            <p:ph idx="2" type="sldImg"/>
          </p:nvPr>
        </p:nvSpPr>
        <p:spPr>
          <a:xfrm>
            <a:off x="2554684" y="1143000"/>
            <a:ext cx="1748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6:notes"/>
          <p:cNvSpPr/>
          <p:nvPr>
            <p:ph idx="2" type="sldImg"/>
          </p:nvPr>
        </p:nvSpPr>
        <p:spPr>
          <a:xfrm>
            <a:off x="2554684" y="1143000"/>
            <a:ext cx="1748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582930" y="2244728"/>
            <a:ext cx="6606600" cy="47751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100"/>
              <a:buFont typeface="Calibri"/>
              <a:buNone/>
              <a:defRPr sz="5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971550" y="7204082"/>
            <a:ext cx="5829300" cy="3311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850"/>
              </a:spcBef>
              <a:spcAft>
                <a:spcPts val="0"/>
              </a:spcAft>
              <a:buClr>
                <a:schemeClr val="dk1"/>
              </a:buClr>
              <a:buSzPts val="2040"/>
              <a:buNone/>
              <a:defRPr sz="2040"/>
            </a:lvl1pPr>
            <a:lvl2pPr lvl="1" algn="ctr">
              <a:lnSpc>
                <a:spcPct val="90000"/>
              </a:lnSpc>
              <a:spcBef>
                <a:spcPts val="425"/>
              </a:spcBef>
              <a:spcAft>
                <a:spcPts val="0"/>
              </a:spcAft>
              <a:buClr>
                <a:schemeClr val="dk1"/>
              </a:buClr>
              <a:buSzPts val="1700"/>
              <a:buNone/>
              <a:defRPr sz="1700"/>
            </a:lvl2pPr>
            <a:lvl3pPr lvl="2" algn="ctr">
              <a:lnSpc>
                <a:spcPct val="90000"/>
              </a:lnSpc>
              <a:spcBef>
                <a:spcPts val="425"/>
              </a:spcBef>
              <a:spcAft>
                <a:spcPts val="0"/>
              </a:spcAft>
              <a:buClr>
                <a:schemeClr val="dk1"/>
              </a:buClr>
              <a:buSzPts val="1530"/>
              <a:buNone/>
              <a:defRPr sz="1530"/>
            </a:lvl3pPr>
            <a:lvl4pPr lvl="3" algn="ctr">
              <a:lnSpc>
                <a:spcPct val="90000"/>
              </a:lnSpc>
              <a:spcBef>
                <a:spcPts val="425"/>
              </a:spcBef>
              <a:spcAft>
                <a:spcPts val="0"/>
              </a:spcAft>
              <a:buClr>
                <a:schemeClr val="dk1"/>
              </a:buClr>
              <a:buSzPts val="1360"/>
              <a:buNone/>
              <a:defRPr sz="1360"/>
            </a:lvl4pPr>
            <a:lvl5pPr lvl="4" algn="ctr">
              <a:lnSpc>
                <a:spcPct val="90000"/>
              </a:lnSpc>
              <a:spcBef>
                <a:spcPts val="425"/>
              </a:spcBef>
              <a:spcAft>
                <a:spcPts val="0"/>
              </a:spcAft>
              <a:buClr>
                <a:schemeClr val="dk1"/>
              </a:buClr>
              <a:buSzPts val="1360"/>
              <a:buNone/>
              <a:defRPr sz="1360"/>
            </a:lvl5pPr>
            <a:lvl6pPr lvl="5" algn="ctr">
              <a:lnSpc>
                <a:spcPct val="90000"/>
              </a:lnSpc>
              <a:spcBef>
                <a:spcPts val="425"/>
              </a:spcBef>
              <a:spcAft>
                <a:spcPts val="0"/>
              </a:spcAft>
              <a:buClr>
                <a:schemeClr val="dk1"/>
              </a:buClr>
              <a:buSzPts val="1360"/>
              <a:buNone/>
              <a:defRPr sz="1360"/>
            </a:lvl6pPr>
            <a:lvl7pPr lvl="6" algn="ctr">
              <a:lnSpc>
                <a:spcPct val="90000"/>
              </a:lnSpc>
              <a:spcBef>
                <a:spcPts val="425"/>
              </a:spcBef>
              <a:spcAft>
                <a:spcPts val="0"/>
              </a:spcAft>
              <a:buClr>
                <a:schemeClr val="dk1"/>
              </a:buClr>
              <a:buSzPts val="1360"/>
              <a:buNone/>
              <a:defRPr sz="1360"/>
            </a:lvl7pPr>
            <a:lvl8pPr lvl="7" algn="ctr">
              <a:lnSpc>
                <a:spcPct val="90000"/>
              </a:lnSpc>
              <a:spcBef>
                <a:spcPts val="425"/>
              </a:spcBef>
              <a:spcAft>
                <a:spcPts val="0"/>
              </a:spcAft>
              <a:buClr>
                <a:schemeClr val="dk1"/>
              </a:buClr>
              <a:buSzPts val="1360"/>
              <a:buNone/>
              <a:defRPr sz="1360"/>
            </a:lvl8pPr>
            <a:lvl9pPr lvl="8" algn="ctr">
              <a:lnSpc>
                <a:spcPct val="90000"/>
              </a:lnSpc>
              <a:spcBef>
                <a:spcPts val="425"/>
              </a:spcBef>
              <a:spcAft>
                <a:spcPts val="0"/>
              </a:spcAft>
              <a:buClr>
                <a:schemeClr val="dk1"/>
              </a:buClr>
              <a:buSzPts val="1360"/>
              <a:buNone/>
              <a:defRPr sz="1360"/>
            </a:lvl9pPr>
          </a:lstStyle>
          <a:p/>
        </p:txBody>
      </p:sp>
      <p:sp>
        <p:nvSpPr>
          <p:cNvPr id="18" name="Google Shape;18;p2"/>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4320">
          <p15:clr>
            <a:srgbClr val="FBAE40"/>
          </p15:clr>
        </p15:guide>
        <p15:guide id="2" pos="24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534353" y="730254"/>
            <a:ext cx="6703800" cy="2651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body"/>
          </p:nvPr>
        </p:nvSpPr>
        <p:spPr>
          <a:xfrm>
            <a:off x="534353" y="3651253"/>
            <a:ext cx="6703800" cy="8702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50"/>
              </a:spcBef>
              <a:spcAft>
                <a:spcPts val="0"/>
              </a:spcAft>
              <a:buClr>
                <a:schemeClr val="dk1"/>
              </a:buClr>
              <a:buSzPts val="1800"/>
              <a:buChar char="•"/>
              <a:defRPr/>
            </a:lvl1pPr>
            <a:lvl2pPr indent="-342900" lvl="1" marL="914400" algn="l">
              <a:lnSpc>
                <a:spcPct val="90000"/>
              </a:lnSpc>
              <a:spcBef>
                <a:spcPts val="425"/>
              </a:spcBef>
              <a:spcAft>
                <a:spcPts val="0"/>
              </a:spcAft>
              <a:buClr>
                <a:schemeClr val="dk1"/>
              </a:buClr>
              <a:buSzPts val="1800"/>
              <a:buChar char="•"/>
              <a:defRPr/>
            </a:lvl2pPr>
            <a:lvl3pPr indent="-342900" lvl="2" marL="1371600" algn="l">
              <a:lnSpc>
                <a:spcPct val="90000"/>
              </a:lnSpc>
              <a:spcBef>
                <a:spcPts val="425"/>
              </a:spcBef>
              <a:spcAft>
                <a:spcPts val="0"/>
              </a:spcAft>
              <a:buClr>
                <a:schemeClr val="dk1"/>
              </a:buClr>
              <a:buSzPts val="1800"/>
              <a:buChar char="•"/>
              <a:defRPr/>
            </a:lvl3pPr>
            <a:lvl4pPr indent="-342900" lvl="3" marL="1828800" algn="l">
              <a:lnSpc>
                <a:spcPct val="90000"/>
              </a:lnSpc>
              <a:spcBef>
                <a:spcPts val="425"/>
              </a:spcBef>
              <a:spcAft>
                <a:spcPts val="0"/>
              </a:spcAft>
              <a:buClr>
                <a:schemeClr val="dk1"/>
              </a:buClr>
              <a:buSzPts val="1800"/>
              <a:buChar char="•"/>
              <a:defRPr/>
            </a:lvl4pPr>
            <a:lvl5pPr indent="-342900" lvl="4" marL="2286000" algn="l">
              <a:lnSpc>
                <a:spcPct val="90000"/>
              </a:lnSpc>
              <a:spcBef>
                <a:spcPts val="425"/>
              </a:spcBef>
              <a:spcAft>
                <a:spcPts val="0"/>
              </a:spcAft>
              <a:buClr>
                <a:schemeClr val="dk1"/>
              </a:buClr>
              <a:buSzPts val="1800"/>
              <a:buChar char="•"/>
              <a:defRPr/>
            </a:lvl5pPr>
            <a:lvl6pPr indent="-342900" lvl="5" marL="2743200" algn="l">
              <a:lnSpc>
                <a:spcPct val="90000"/>
              </a:lnSpc>
              <a:spcBef>
                <a:spcPts val="425"/>
              </a:spcBef>
              <a:spcAft>
                <a:spcPts val="0"/>
              </a:spcAft>
              <a:buClr>
                <a:schemeClr val="dk1"/>
              </a:buClr>
              <a:buSzPts val="1800"/>
              <a:buChar char="•"/>
              <a:defRPr/>
            </a:lvl6pPr>
            <a:lvl7pPr indent="-342900" lvl="6" marL="3200400" algn="l">
              <a:lnSpc>
                <a:spcPct val="90000"/>
              </a:lnSpc>
              <a:spcBef>
                <a:spcPts val="425"/>
              </a:spcBef>
              <a:spcAft>
                <a:spcPts val="0"/>
              </a:spcAft>
              <a:buClr>
                <a:schemeClr val="dk1"/>
              </a:buClr>
              <a:buSzPts val="1800"/>
              <a:buChar char="•"/>
              <a:defRPr/>
            </a:lvl7pPr>
            <a:lvl8pPr indent="-342900" lvl="7" marL="3657600" algn="l">
              <a:lnSpc>
                <a:spcPct val="90000"/>
              </a:lnSpc>
              <a:spcBef>
                <a:spcPts val="425"/>
              </a:spcBef>
              <a:spcAft>
                <a:spcPts val="0"/>
              </a:spcAft>
              <a:buClr>
                <a:schemeClr val="dk1"/>
              </a:buClr>
              <a:buSzPts val="1800"/>
              <a:buChar char="•"/>
              <a:defRPr/>
            </a:lvl8pPr>
            <a:lvl9pPr indent="-342900" lvl="8" marL="4114800" algn="l">
              <a:lnSpc>
                <a:spcPct val="90000"/>
              </a:lnSpc>
              <a:spcBef>
                <a:spcPts val="425"/>
              </a:spcBef>
              <a:spcAft>
                <a:spcPts val="0"/>
              </a:spcAft>
              <a:buClr>
                <a:schemeClr val="dk1"/>
              </a:buClr>
              <a:buSzPts val="1800"/>
              <a:buChar char="•"/>
              <a:defRPr/>
            </a:lvl9pPr>
          </a:lstStyle>
          <a:p/>
        </p:txBody>
      </p:sp>
      <p:sp>
        <p:nvSpPr>
          <p:cNvPr id="24" name="Google Shape;24;p3"/>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530305" y="3419482"/>
            <a:ext cx="6703800" cy="5705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100"/>
              <a:buFont typeface="Calibri"/>
              <a:buNone/>
              <a:defRPr sz="5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 type="body"/>
          </p:nvPr>
        </p:nvSpPr>
        <p:spPr>
          <a:xfrm>
            <a:off x="530305" y="9178937"/>
            <a:ext cx="6703800" cy="30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850"/>
              </a:spcBef>
              <a:spcAft>
                <a:spcPts val="0"/>
              </a:spcAft>
              <a:buClr>
                <a:schemeClr val="dk1"/>
              </a:buClr>
              <a:buSzPts val="2040"/>
              <a:buNone/>
              <a:defRPr sz="2040">
                <a:solidFill>
                  <a:schemeClr val="dk1"/>
                </a:solidFill>
              </a:defRPr>
            </a:lvl1pPr>
            <a:lvl2pPr indent="-228600" lvl="1" marL="914400" algn="l">
              <a:lnSpc>
                <a:spcPct val="90000"/>
              </a:lnSpc>
              <a:spcBef>
                <a:spcPts val="425"/>
              </a:spcBef>
              <a:spcAft>
                <a:spcPts val="0"/>
              </a:spcAft>
              <a:buClr>
                <a:srgbClr val="888888"/>
              </a:buClr>
              <a:buSzPts val="1700"/>
              <a:buNone/>
              <a:defRPr sz="1700">
                <a:solidFill>
                  <a:srgbClr val="888888"/>
                </a:solidFill>
              </a:defRPr>
            </a:lvl2pPr>
            <a:lvl3pPr indent="-228600" lvl="2" marL="1371600" algn="l">
              <a:lnSpc>
                <a:spcPct val="90000"/>
              </a:lnSpc>
              <a:spcBef>
                <a:spcPts val="425"/>
              </a:spcBef>
              <a:spcAft>
                <a:spcPts val="0"/>
              </a:spcAft>
              <a:buClr>
                <a:srgbClr val="888888"/>
              </a:buClr>
              <a:buSzPts val="1530"/>
              <a:buNone/>
              <a:defRPr sz="1530">
                <a:solidFill>
                  <a:srgbClr val="888888"/>
                </a:solidFill>
              </a:defRPr>
            </a:lvl3pPr>
            <a:lvl4pPr indent="-228600" lvl="3" marL="1828800" algn="l">
              <a:lnSpc>
                <a:spcPct val="90000"/>
              </a:lnSpc>
              <a:spcBef>
                <a:spcPts val="425"/>
              </a:spcBef>
              <a:spcAft>
                <a:spcPts val="0"/>
              </a:spcAft>
              <a:buClr>
                <a:srgbClr val="888888"/>
              </a:buClr>
              <a:buSzPts val="1360"/>
              <a:buNone/>
              <a:defRPr sz="1360">
                <a:solidFill>
                  <a:srgbClr val="888888"/>
                </a:solidFill>
              </a:defRPr>
            </a:lvl4pPr>
            <a:lvl5pPr indent="-228600" lvl="4" marL="2286000" algn="l">
              <a:lnSpc>
                <a:spcPct val="90000"/>
              </a:lnSpc>
              <a:spcBef>
                <a:spcPts val="425"/>
              </a:spcBef>
              <a:spcAft>
                <a:spcPts val="0"/>
              </a:spcAft>
              <a:buClr>
                <a:srgbClr val="888888"/>
              </a:buClr>
              <a:buSzPts val="1360"/>
              <a:buNone/>
              <a:defRPr sz="1360">
                <a:solidFill>
                  <a:srgbClr val="888888"/>
                </a:solidFill>
              </a:defRPr>
            </a:lvl5pPr>
            <a:lvl6pPr indent="-228600" lvl="5" marL="2743200" algn="l">
              <a:lnSpc>
                <a:spcPct val="90000"/>
              </a:lnSpc>
              <a:spcBef>
                <a:spcPts val="425"/>
              </a:spcBef>
              <a:spcAft>
                <a:spcPts val="0"/>
              </a:spcAft>
              <a:buClr>
                <a:srgbClr val="888888"/>
              </a:buClr>
              <a:buSzPts val="1360"/>
              <a:buNone/>
              <a:defRPr sz="1360">
                <a:solidFill>
                  <a:srgbClr val="888888"/>
                </a:solidFill>
              </a:defRPr>
            </a:lvl6pPr>
            <a:lvl7pPr indent="-228600" lvl="6" marL="3200400" algn="l">
              <a:lnSpc>
                <a:spcPct val="90000"/>
              </a:lnSpc>
              <a:spcBef>
                <a:spcPts val="425"/>
              </a:spcBef>
              <a:spcAft>
                <a:spcPts val="0"/>
              </a:spcAft>
              <a:buClr>
                <a:srgbClr val="888888"/>
              </a:buClr>
              <a:buSzPts val="1360"/>
              <a:buNone/>
              <a:defRPr sz="1360">
                <a:solidFill>
                  <a:srgbClr val="888888"/>
                </a:solidFill>
              </a:defRPr>
            </a:lvl7pPr>
            <a:lvl8pPr indent="-228600" lvl="7" marL="3657600" algn="l">
              <a:lnSpc>
                <a:spcPct val="90000"/>
              </a:lnSpc>
              <a:spcBef>
                <a:spcPts val="425"/>
              </a:spcBef>
              <a:spcAft>
                <a:spcPts val="0"/>
              </a:spcAft>
              <a:buClr>
                <a:srgbClr val="888888"/>
              </a:buClr>
              <a:buSzPts val="1360"/>
              <a:buNone/>
              <a:defRPr sz="1360">
                <a:solidFill>
                  <a:srgbClr val="888888"/>
                </a:solidFill>
              </a:defRPr>
            </a:lvl8pPr>
            <a:lvl9pPr indent="-228600" lvl="8" marL="4114800" algn="l">
              <a:lnSpc>
                <a:spcPct val="90000"/>
              </a:lnSpc>
              <a:spcBef>
                <a:spcPts val="425"/>
              </a:spcBef>
              <a:spcAft>
                <a:spcPts val="0"/>
              </a:spcAft>
              <a:buClr>
                <a:srgbClr val="888888"/>
              </a:buClr>
              <a:buSzPts val="1360"/>
              <a:buNone/>
              <a:defRPr sz="1360">
                <a:solidFill>
                  <a:srgbClr val="888888"/>
                </a:solidFill>
              </a:defRPr>
            </a:lvl9pPr>
          </a:lstStyle>
          <a:p/>
        </p:txBody>
      </p:sp>
      <p:sp>
        <p:nvSpPr>
          <p:cNvPr id="30" name="Google Shape;30;p4"/>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534353" y="730254"/>
            <a:ext cx="6703800" cy="2651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 type="body"/>
          </p:nvPr>
        </p:nvSpPr>
        <p:spPr>
          <a:xfrm>
            <a:off x="534353" y="3651253"/>
            <a:ext cx="3303300" cy="8702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50"/>
              </a:spcBef>
              <a:spcAft>
                <a:spcPts val="0"/>
              </a:spcAft>
              <a:buClr>
                <a:schemeClr val="dk1"/>
              </a:buClr>
              <a:buSzPts val="1800"/>
              <a:buChar char="•"/>
              <a:defRPr/>
            </a:lvl1pPr>
            <a:lvl2pPr indent="-342900" lvl="1" marL="914400" algn="l">
              <a:lnSpc>
                <a:spcPct val="90000"/>
              </a:lnSpc>
              <a:spcBef>
                <a:spcPts val="425"/>
              </a:spcBef>
              <a:spcAft>
                <a:spcPts val="0"/>
              </a:spcAft>
              <a:buClr>
                <a:schemeClr val="dk1"/>
              </a:buClr>
              <a:buSzPts val="1800"/>
              <a:buChar char="•"/>
              <a:defRPr/>
            </a:lvl2pPr>
            <a:lvl3pPr indent="-342900" lvl="2" marL="1371600" algn="l">
              <a:lnSpc>
                <a:spcPct val="90000"/>
              </a:lnSpc>
              <a:spcBef>
                <a:spcPts val="425"/>
              </a:spcBef>
              <a:spcAft>
                <a:spcPts val="0"/>
              </a:spcAft>
              <a:buClr>
                <a:schemeClr val="dk1"/>
              </a:buClr>
              <a:buSzPts val="1800"/>
              <a:buChar char="•"/>
              <a:defRPr/>
            </a:lvl3pPr>
            <a:lvl4pPr indent="-342900" lvl="3" marL="1828800" algn="l">
              <a:lnSpc>
                <a:spcPct val="90000"/>
              </a:lnSpc>
              <a:spcBef>
                <a:spcPts val="425"/>
              </a:spcBef>
              <a:spcAft>
                <a:spcPts val="0"/>
              </a:spcAft>
              <a:buClr>
                <a:schemeClr val="dk1"/>
              </a:buClr>
              <a:buSzPts val="1800"/>
              <a:buChar char="•"/>
              <a:defRPr/>
            </a:lvl4pPr>
            <a:lvl5pPr indent="-342900" lvl="4" marL="2286000" algn="l">
              <a:lnSpc>
                <a:spcPct val="90000"/>
              </a:lnSpc>
              <a:spcBef>
                <a:spcPts val="425"/>
              </a:spcBef>
              <a:spcAft>
                <a:spcPts val="0"/>
              </a:spcAft>
              <a:buClr>
                <a:schemeClr val="dk1"/>
              </a:buClr>
              <a:buSzPts val="1800"/>
              <a:buChar char="•"/>
              <a:defRPr/>
            </a:lvl5pPr>
            <a:lvl6pPr indent="-342900" lvl="5" marL="2743200" algn="l">
              <a:lnSpc>
                <a:spcPct val="90000"/>
              </a:lnSpc>
              <a:spcBef>
                <a:spcPts val="425"/>
              </a:spcBef>
              <a:spcAft>
                <a:spcPts val="0"/>
              </a:spcAft>
              <a:buClr>
                <a:schemeClr val="dk1"/>
              </a:buClr>
              <a:buSzPts val="1800"/>
              <a:buChar char="•"/>
              <a:defRPr/>
            </a:lvl6pPr>
            <a:lvl7pPr indent="-342900" lvl="6" marL="3200400" algn="l">
              <a:lnSpc>
                <a:spcPct val="90000"/>
              </a:lnSpc>
              <a:spcBef>
                <a:spcPts val="425"/>
              </a:spcBef>
              <a:spcAft>
                <a:spcPts val="0"/>
              </a:spcAft>
              <a:buClr>
                <a:schemeClr val="dk1"/>
              </a:buClr>
              <a:buSzPts val="1800"/>
              <a:buChar char="•"/>
              <a:defRPr/>
            </a:lvl7pPr>
            <a:lvl8pPr indent="-342900" lvl="7" marL="3657600" algn="l">
              <a:lnSpc>
                <a:spcPct val="90000"/>
              </a:lnSpc>
              <a:spcBef>
                <a:spcPts val="425"/>
              </a:spcBef>
              <a:spcAft>
                <a:spcPts val="0"/>
              </a:spcAft>
              <a:buClr>
                <a:schemeClr val="dk1"/>
              </a:buClr>
              <a:buSzPts val="1800"/>
              <a:buChar char="•"/>
              <a:defRPr/>
            </a:lvl8pPr>
            <a:lvl9pPr indent="-342900" lvl="8" marL="4114800" algn="l">
              <a:lnSpc>
                <a:spcPct val="90000"/>
              </a:lnSpc>
              <a:spcBef>
                <a:spcPts val="425"/>
              </a:spcBef>
              <a:spcAft>
                <a:spcPts val="0"/>
              </a:spcAft>
              <a:buClr>
                <a:schemeClr val="dk1"/>
              </a:buClr>
              <a:buSzPts val="1800"/>
              <a:buChar char="•"/>
              <a:defRPr/>
            </a:lvl9pPr>
          </a:lstStyle>
          <a:p/>
        </p:txBody>
      </p:sp>
      <p:sp>
        <p:nvSpPr>
          <p:cNvPr id="36" name="Google Shape;36;p5"/>
          <p:cNvSpPr txBox="1"/>
          <p:nvPr>
            <p:ph idx="2" type="body"/>
          </p:nvPr>
        </p:nvSpPr>
        <p:spPr>
          <a:xfrm>
            <a:off x="3934778" y="3651253"/>
            <a:ext cx="3303300" cy="8702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50"/>
              </a:spcBef>
              <a:spcAft>
                <a:spcPts val="0"/>
              </a:spcAft>
              <a:buClr>
                <a:schemeClr val="dk1"/>
              </a:buClr>
              <a:buSzPts val="1800"/>
              <a:buChar char="•"/>
              <a:defRPr/>
            </a:lvl1pPr>
            <a:lvl2pPr indent="-342900" lvl="1" marL="914400" algn="l">
              <a:lnSpc>
                <a:spcPct val="90000"/>
              </a:lnSpc>
              <a:spcBef>
                <a:spcPts val="425"/>
              </a:spcBef>
              <a:spcAft>
                <a:spcPts val="0"/>
              </a:spcAft>
              <a:buClr>
                <a:schemeClr val="dk1"/>
              </a:buClr>
              <a:buSzPts val="1800"/>
              <a:buChar char="•"/>
              <a:defRPr/>
            </a:lvl2pPr>
            <a:lvl3pPr indent="-342900" lvl="2" marL="1371600" algn="l">
              <a:lnSpc>
                <a:spcPct val="90000"/>
              </a:lnSpc>
              <a:spcBef>
                <a:spcPts val="425"/>
              </a:spcBef>
              <a:spcAft>
                <a:spcPts val="0"/>
              </a:spcAft>
              <a:buClr>
                <a:schemeClr val="dk1"/>
              </a:buClr>
              <a:buSzPts val="1800"/>
              <a:buChar char="•"/>
              <a:defRPr/>
            </a:lvl3pPr>
            <a:lvl4pPr indent="-342900" lvl="3" marL="1828800" algn="l">
              <a:lnSpc>
                <a:spcPct val="90000"/>
              </a:lnSpc>
              <a:spcBef>
                <a:spcPts val="425"/>
              </a:spcBef>
              <a:spcAft>
                <a:spcPts val="0"/>
              </a:spcAft>
              <a:buClr>
                <a:schemeClr val="dk1"/>
              </a:buClr>
              <a:buSzPts val="1800"/>
              <a:buChar char="•"/>
              <a:defRPr/>
            </a:lvl4pPr>
            <a:lvl5pPr indent="-342900" lvl="4" marL="2286000" algn="l">
              <a:lnSpc>
                <a:spcPct val="90000"/>
              </a:lnSpc>
              <a:spcBef>
                <a:spcPts val="425"/>
              </a:spcBef>
              <a:spcAft>
                <a:spcPts val="0"/>
              </a:spcAft>
              <a:buClr>
                <a:schemeClr val="dk1"/>
              </a:buClr>
              <a:buSzPts val="1800"/>
              <a:buChar char="•"/>
              <a:defRPr/>
            </a:lvl5pPr>
            <a:lvl6pPr indent="-342900" lvl="5" marL="2743200" algn="l">
              <a:lnSpc>
                <a:spcPct val="90000"/>
              </a:lnSpc>
              <a:spcBef>
                <a:spcPts val="425"/>
              </a:spcBef>
              <a:spcAft>
                <a:spcPts val="0"/>
              </a:spcAft>
              <a:buClr>
                <a:schemeClr val="dk1"/>
              </a:buClr>
              <a:buSzPts val="1800"/>
              <a:buChar char="•"/>
              <a:defRPr/>
            </a:lvl6pPr>
            <a:lvl7pPr indent="-342900" lvl="6" marL="3200400" algn="l">
              <a:lnSpc>
                <a:spcPct val="90000"/>
              </a:lnSpc>
              <a:spcBef>
                <a:spcPts val="425"/>
              </a:spcBef>
              <a:spcAft>
                <a:spcPts val="0"/>
              </a:spcAft>
              <a:buClr>
                <a:schemeClr val="dk1"/>
              </a:buClr>
              <a:buSzPts val="1800"/>
              <a:buChar char="•"/>
              <a:defRPr/>
            </a:lvl7pPr>
            <a:lvl8pPr indent="-342900" lvl="7" marL="3657600" algn="l">
              <a:lnSpc>
                <a:spcPct val="90000"/>
              </a:lnSpc>
              <a:spcBef>
                <a:spcPts val="425"/>
              </a:spcBef>
              <a:spcAft>
                <a:spcPts val="0"/>
              </a:spcAft>
              <a:buClr>
                <a:schemeClr val="dk1"/>
              </a:buClr>
              <a:buSzPts val="1800"/>
              <a:buChar char="•"/>
              <a:defRPr/>
            </a:lvl8pPr>
            <a:lvl9pPr indent="-342900" lvl="8" marL="4114800" algn="l">
              <a:lnSpc>
                <a:spcPct val="90000"/>
              </a:lnSpc>
              <a:spcBef>
                <a:spcPts val="425"/>
              </a:spcBef>
              <a:spcAft>
                <a:spcPts val="0"/>
              </a:spcAft>
              <a:buClr>
                <a:schemeClr val="dk1"/>
              </a:buClr>
              <a:buSzPts val="1800"/>
              <a:buChar char="•"/>
              <a:defRPr/>
            </a:lvl9pPr>
          </a:lstStyle>
          <a:p/>
        </p:txBody>
      </p:sp>
      <p:sp>
        <p:nvSpPr>
          <p:cNvPr id="37" name="Google Shape;37;p5"/>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535365" y="730254"/>
            <a:ext cx="6703800" cy="2651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 type="body"/>
          </p:nvPr>
        </p:nvSpPr>
        <p:spPr>
          <a:xfrm>
            <a:off x="535366" y="3362329"/>
            <a:ext cx="3288000" cy="16479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850"/>
              </a:spcBef>
              <a:spcAft>
                <a:spcPts val="0"/>
              </a:spcAft>
              <a:buClr>
                <a:schemeClr val="dk1"/>
              </a:buClr>
              <a:buSzPts val="2040"/>
              <a:buNone/>
              <a:defRPr b="1" sz="2040"/>
            </a:lvl1pPr>
            <a:lvl2pPr indent="-228600" lvl="1" marL="914400" algn="l">
              <a:lnSpc>
                <a:spcPct val="90000"/>
              </a:lnSpc>
              <a:spcBef>
                <a:spcPts val="425"/>
              </a:spcBef>
              <a:spcAft>
                <a:spcPts val="0"/>
              </a:spcAft>
              <a:buClr>
                <a:schemeClr val="dk1"/>
              </a:buClr>
              <a:buSzPts val="1700"/>
              <a:buNone/>
              <a:defRPr b="1" sz="1700"/>
            </a:lvl2pPr>
            <a:lvl3pPr indent="-228600" lvl="2" marL="1371600" algn="l">
              <a:lnSpc>
                <a:spcPct val="90000"/>
              </a:lnSpc>
              <a:spcBef>
                <a:spcPts val="425"/>
              </a:spcBef>
              <a:spcAft>
                <a:spcPts val="0"/>
              </a:spcAft>
              <a:buClr>
                <a:schemeClr val="dk1"/>
              </a:buClr>
              <a:buSzPts val="1530"/>
              <a:buNone/>
              <a:defRPr b="1" sz="1530"/>
            </a:lvl3pPr>
            <a:lvl4pPr indent="-228600" lvl="3" marL="1828800" algn="l">
              <a:lnSpc>
                <a:spcPct val="90000"/>
              </a:lnSpc>
              <a:spcBef>
                <a:spcPts val="425"/>
              </a:spcBef>
              <a:spcAft>
                <a:spcPts val="0"/>
              </a:spcAft>
              <a:buClr>
                <a:schemeClr val="dk1"/>
              </a:buClr>
              <a:buSzPts val="1360"/>
              <a:buNone/>
              <a:defRPr b="1" sz="1360"/>
            </a:lvl4pPr>
            <a:lvl5pPr indent="-228600" lvl="4" marL="2286000" algn="l">
              <a:lnSpc>
                <a:spcPct val="90000"/>
              </a:lnSpc>
              <a:spcBef>
                <a:spcPts val="425"/>
              </a:spcBef>
              <a:spcAft>
                <a:spcPts val="0"/>
              </a:spcAft>
              <a:buClr>
                <a:schemeClr val="dk1"/>
              </a:buClr>
              <a:buSzPts val="1360"/>
              <a:buNone/>
              <a:defRPr b="1" sz="1360"/>
            </a:lvl5pPr>
            <a:lvl6pPr indent="-228600" lvl="5" marL="2743200" algn="l">
              <a:lnSpc>
                <a:spcPct val="90000"/>
              </a:lnSpc>
              <a:spcBef>
                <a:spcPts val="425"/>
              </a:spcBef>
              <a:spcAft>
                <a:spcPts val="0"/>
              </a:spcAft>
              <a:buClr>
                <a:schemeClr val="dk1"/>
              </a:buClr>
              <a:buSzPts val="1360"/>
              <a:buNone/>
              <a:defRPr b="1" sz="1360"/>
            </a:lvl6pPr>
            <a:lvl7pPr indent="-228600" lvl="6" marL="3200400" algn="l">
              <a:lnSpc>
                <a:spcPct val="90000"/>
              </a:lnSpc>
              <a:spcBef>
                <a:spcPts val="425"/>
              </a:spcBef>
              <a:spcAft>
                <a:spcPts val="0"/>
              </a:spcAft>
              <a:buClr>
                <a:schemeClr val="dk1"/>
              </a:buClr>
              <a:buSzPts val="1360"/>
              <a:buNone/>
              <a:defRPr b="1" sz="1360"/>
            </a:lvl7pPr>
            <a:lvl8pPr indent="-228600" lvl="7" marL="3657600" algn="l">
              <a:lnSpc>
                <a:spcPct val="90000"/>
              </a:lnSpc>
              <a:spcBef>
                <a:spcPts val="425"/>
              </a:spcBef>
              <a:spcAft>
                <a:spcPts val="0"/>
              </a:spcAft>
              <a:buClr>
                <a:schemeClr val="dk1"/>
              </a:buClr>
              <a:buSzPts val="1360"/>
              <a:buNone/>
              <a:defRPr b="1" sz="1360"/>
            </a:lvl8pPr>
            <a:lvl9pPr indent="-228600" lvl="8" marL="4114800" algn="l">
              <a:lnSpc>
                <a:spcPct val="90000"/>
              </a:lnSpc>
              <a:spcBef>
                <a:spcPts val="425"/>
              </a:spcBef>
              <a:spcAft>
                <a:spcPts val="0"/>
              </a:spcAft>
              <a:buClr>
                <a:schemeClr val="dk1"/>
              </a:buClr>
              <a:buSzPts val="1360"/>
              <a:buNone/>
              <a:defRPr b="1" sz="1360"/>
            </a:lvl9pPr>
          </a:lstStyle>
          <a:p/>
        </p:txBody>
      </p:sp>
      <p:sp>
        <p:nvSpPr>
          <p:cNvPr id="43" name="Google Shape;43;p6"/>
          <p:cNvSpPr txBox="1"/>
          <p:nvPr>
            <p:ph idx="2" type="body"/>
          </p:nvPr>
        </p:nvSpPr>
        <p:spPr>
          <a:xfrm>
            <a:off x="535366" y="5010154"/>
            <a:ext cx="3288000" cy="7369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50"/>
              </a:spcBef>
              <a:spcAft>
                <a:spcPts val="0"/>
              </a:spcAft>
              <a:buClr>
                <a:schemeClr val="dk1"/>
              </a:buClr>
              <a:buSzPts val="1800"/>
              <a:buChar char="•"/>
              <a:defRPr/>
            </a:lvl1pPr>
            <a:lvl2pPr indent="-342900" lvl="1" marL="914400" algn="l">
              <a:lnSpc>
                <a:spcPct val="90000"/>
              </a:lnSpc>
              <a:spcBef>
                <a:spcPts val="425"/>
              </a:spcBef>
              <a:spcAft>
                <a:spcPts val="0"/>
              </a:spcAft>
              <a:buClr>
                <a:schemeClr val="dk1"/>
              </a:buClr>
              <a:buSzPts val="1800"/>
              <a:buChar char="•"/>
              <a:defRPr/>
            </a:lvl2pPr>
            <a:lvl3pPr indent="-342900" lvl="2" marL="1371600" algn="l">
              <a:lnSpc>
                <a:spcPct val="90000"/>
              </a:lnSpc>
              <a:spcBef>
                <a:spcPts val="425"/>
              </a:spcBef>
              <a:spcAft>
                <a:spcPts val="0"/>
              </a:spcAft>
              <a:buClr>
                <a:schemeClr val="dk1"/>
              </a:buClr>
              <a:buSzPts val="1800"/>
              <a:buChar char="•"/>
              <a:defRPr/>
            </a:lvl3pPr>
            <a:lvl4pPr indent="-342900" lvl="3" marL="1828800" algn="l">
              <a:lnSpc>
                <a:spcPct val="90000"/>
              </a:lnSpc>
              <a:spcBef>
                <a:spcPts val="425"/>
              </a:spcBef>
              <a:spcAft>
                <a:spcPts val="0"/>
              </a:spcAft>
              <a:buClr>
                <a:schemeClr val="dk1"/>
              </a:buClr>
              <a:buSzPts val="1800"/>
              <a:buChar char="•"/>
              <a:defRPr/>
            </a:lvl4pPr>
            <a:lvl5pPr indent="-342900" lvl="4" marL="2286000" algn="l">
              <a:lnSpc>
                <a:spcPct val="90000"/>
              </a:lnSpc>
              <a:spcBef>
                <a:spcPts val="425"/>
              </a:spcBef>
              <a:spcAft>
                <a:spcPts val="0"/>
              </a:spcAft>
              <a:buClr>
                <a:schemeClr val="dk1"/>
              </a:buClr>
              <a:buSzPts val="1800"/>
              <a:buChar char="•"/>
              <a:defRPr/>
            </a:lvl5pPr>
            <a:lvl6pPr indent="-342900" lvl="5" marL="2743200" algn="l">
              <a:lnSpc>
                <a:spcPct val="90000"/>
              </a:lnSpc>
              <a:spcBef>
                <a:spcPts val="425"/>
              </a:spcBef>
              <a:spcAft>
                <a:spcPts val="0"/>
              </a:spcAft>
              <a:buClr>
                <a:schemeClr val="dk1"/>
              </a:buClr>
              <a:buSzPts val="1800"/>
              <a:buChar char="•"/>
              <a:defRPr/>
            </a:lvl6pPr>
            <a:lvl7pPr indent="-342900" lvl="6" marL="3200400" algn="l">
              <a:lnSpc>
                <a:spcPct val="90000"/>
              </a:lnSpc>
              <a:spcBef>
                <a:spcPts val="425"/>
              </a:spcBef>
              <a:spcAft>
                <a:spcPts val="0"/>
              </a:spcAft>
              <a:buClr>
                <a:schemeClr val="dk1"/>
              </a:buClr>
              <a:buSzPts val="1800"/>
              <a:buChar char="•"/>
              <a:defRPr/>
            </a:lvl7pPr>
            <a:lvl8pPr indent="-342900" lvl="7" marL="3657600" algn="l">
              <a:lnSpc>
                <a:spcPct val="90000"/>
              </a:lnSpc>
              <a:spcBef>
                <a:spcPts val="425"/>
              </a:spcBef>
              <a:spcAft>
                <a:spcPts val="0"/>
              </a:spcAft>
              <a:buClr>
                <a:schemeClr val="dk1"/>
              </a:buClr>
              <a:buSzPts val="1800"/>
              <a:buChar char="•"/>
              <a:defRPr/>
            </a:lvl8pPr>
            <a:lvl9pPr indent="-342900" lvl="8" marL="4114800" algn="l">
              <a:lnSpc>
                <a:spcPct val="90000"/>
              </a:lnSpc>
              <a:spcBef>
                <a:spcPts val="425"/>
              </a:spcBef>
              <a:spcAft>
                <a:spcPts val="0"/>
              </a:spcAft>
              <a:buClr>
                <a:schemeClr val="dk1"/>
              </a:buClr>
              <a:buSzPts val="1800"/>
              <a:buChar char="•"/>
              <a:defRPr/>
            </a:lvl9pPr>
          </a:lstStyle>
          <a:p/>
        </p:txBody>
      </p:sp>
      <p:sp>
        <p:nvSpPr>
          <p:cNvPr id="44" name="Google Shape;44;p6"/>
          <p:cNvSpPr txBox="1"/>
          <p:nvPr>
            <p:ph idx="3" type="body"/>
          </p:nvPr>
        </p:nvSpPr>
        <p:spPr>
          <a:xfrm>
            <a:off x="3934778" y="3362329"/>
            <a:ext cx="3304200" cy="16479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850"/>
              </a:spcBef>
              <a:spcAft>
                <a:spcPts val="0"/>
              </a:spcAft>
              <a:buClr>
                <a:schemeClr val="dk1"/>
              </a:buClr>
              <a:buSzPts val="2040"/>
              <a:buNone/>
              <a:defRPr b="1" sz="2040"/>
            </a:lvl1pPr>
            <a:lvl2pPr indent="-228600" lvl="1" marL="914400" algn="l">
              <a:lnSpc>
                <a:spcPct val="90000"/>
              </a:lnSpc>
              <a:spcBef>
                <a:spcPts val="425"/>
              </a:spcBef>
              <a:spcAft>
                <a:spcPts val="0"/>
              </a:spcAft>
              <a:buClr>
                <a:schemeClr val="dk1"/>
              </a:buClr>
              <a:buSzPts val="1700"/>
              <a:buNone/>
              <a:defRPr b="1" sz="1700"/>
            </a:lvl2pPr>
            <a:lvl3pPr indent="-228600" lvl="2" marL="1371600" algn="l">
              <a:lnSpc>
                <a:spcPct val="90000"/>
              </a:lnSpc>
              <a:spcBef>
                <a:spcPts val="425"/>
              </a:spcBef>
              <a:spcAft>
                <a:spcPts val="0"/>
              </a:spcAft>
              <a:buClr>
                <a:schemeClr val="dk1"/>
              </a:buClr>
              <a:buSzPts val="1530"/>
              <a:buNone/>
              <a:defRPr b="1" sz="1530"/>
            </a:lvl3pPr>
            <a:lvl4pPr indent="-228600" lvl="3" marL="1828800" algn="l">
              <a:lnSpc>
                <a:spcPct val="90000"/>
              </a:lnSpc>
              <a:spcBef>
                <a:spcPts val="425"/>
              </a:spcBef>
              <a:spcAft>
                <a:spcPts val="0"/>
              </a:spcAft>
              <a:buClr>
                <a:schemeClr val="dk1"/>
              </a:buClr>
              <a:buSzPts val="1360"/>
              <a:buNone/>
              <a:defRPr b="1" sz="1360"/>
            </a:lvl4pPr>
            <a:lvl5pPr indent="-228600" lvl="4" marL="2286000" algn="l">
              <a:lnSpc>
                <a:spcPct val="90000"/>
              </a:lnSpc>
              <a:spcBef>
                <a:spcPts val="425"/>
              </a:spcBef>
              <a:spcAft>
                <a:spcPts val="0"/>
              </a:spcAft>
              <a:buClr>
                <a:schemeClr val="dk1"/>
              </a:buClr>
              <a:buSzPts val="1360"/>
              <a:buNone/>
              <a:defRPr b="1" sz="1360"/>
            </a:lvl5pPr>
            <a:lvl6pPr indent="-228600" lvl="5" marL="2743200" algn="l">
              <a:lnSpc>
                <a:spcPct val="90000"/>
              </a:lnSpc>
              <a:spcBef>
                <a:spcPts val="425"/>
              </a:spcBef>
              <a:spcAft>
                <a:spcPts val="0"/>
              </a:spcAft>
              <a:buClr>
                <a:schemeClr val="dk1"/>
              </a:buClr>
              <a:buSzPts val="1360"/>
              <a:buNone/>
              <a:defRPr b="1" sz="1360"/>
            </a:lvl6pPr>
            <a:lvl7pPr indent="-228600" lvl="6" marL="3200400" algn="l">
              <a:lnSpc>
                <a:spcPct val="90000"/>
              </a:lnSpc>
              <a:spcBef>
                <a:spcPts val="425"/>
              </a:spcBef>
              <a:spcAft>
                <a:spcPts val="0"/>
              </a:spcAft>
              <a:buClr>
                <a:schemeClr val="dk1"/>
              </a:buClr>
              <a:buSzPts val="1360"/>
              <a:buNone/>
              <a:defRPr b="1" sz="1360"/>
            </a:lvl7pPr>
            <a:lvl8pPr indent="-228600" lvl="7" marL="3657600" algn="l">
              <a:lnSpc>
                <a:spcPct val="90000"/>
              </a:lnSpc>
              <a:spcBef>
                <a:spcPts val="425"/>
              </a:spcBef>
              <a:spcAft>
                <a:spcPts val="0"/>
              </a:spcAft>
              <a:buClr>
                <a:schemeClr val="dk1"/>
              </a:buClr>
              <a:buSzPts val="1360"/>
              <a:buNone/>
              <a:defRPr b="1" sz="1360"/>
            </a:lvl8pPr>
            <a:lvl9pPr indent="-228600" lvl="8" marL="4114800" algn="l">
              <a:lnSpc>
                <a:spcPct val="90000"/>
              </a:lnSpc>
              <a:spcBef>
                <a:spcPts val="425"/>
              </a:spcBef>
              <a:spcAft>
                <a:spcPts val="0"/>
              </a:spcAft>
              <a:buClr>
                <a:schemeClr val="dk1"/>
              </a:buClr>
              <a:buSzPts val="1360"/>
              <a:buNone/>
              <a:defRPr b="1" sz="1360"/>
            </a:lvl9pPr>
          </a:lstStyle>
          <a:p/>
        </p:txBody>
      </p:sp>
      <p:sp>
        <p:nvSpPr>
          <p:cNvPr id="45" name="Google Shape;45;p6"/>
          <p:cNvSpPr txBox="1"/>
          <p:nvPr>
            <p:ph idx="4" type="body"/>
          </p:nvPr>
        </p:nvSpPr>
        <p:spPr>
          <a:xfrm>
            <a:off x="3934778" y="5010154"/>
            <a:ext cx="3304200" cy="7369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50"/>
              </a:spcBef>
              <a:spcAft>
                <a:spcPts val="0"/>
              </a:spcAft>
              <a:buClr>
                <a:schemeClr val="dk1"/>
              </a:buClr>
              <a:buSzPts val="1800"/>
              <a:buChar char="•"/>
              <a:defRPr/>
            </a:lvl1pPr>
            <a:lvl2pPr indent="-342900" lvl="1" marL="914400" algn="l">
              <a:lnSpc>
                <a:spcPct val="90000"/>
              </a:lnSpc>
              <a:spcBef>
                <a:spcPts val="425"/>
              </a:spcBef>
              <a:spcAft>
                <a:spcPts val="0"/>
              </a:spcAft>
              <a:buClr>
                <a:schemeClr val="dk1"/>
              </a:buClr>
              <a:buSzPts val="1800"/>
              <a:buChar char="•"/>
              <a:defRPr/>
            </a:lvl2pPr>
            <a:lvl3pPr indent="-342900" lvl="2" marL="1371600" algn="l">
              <a:lnSpc>
                <a:spcPct val="90000"/>
              </a:lnSpc>
              <a:spcBef>
                <a:spcPts val="425"/>
              </a:spcBef>
              <a:spcAft>
                <a:spcPts val="0"/>
              </a:spcAft>
              <a:buClr>
                <a:schemeClr val="dk1"/>
              </a:buClr>
              <a:buSzPts val="1800"/>
              <a:buChar char="•"/>
              <a:defRPr/>
            </a:lvl3pPr>
            <a:lvl4pPr indent="-342900" lvl="3" marL="1828800" algn="l">
              <a:lnSpc>
                <a:spcPct val="90000"/>
              </a:lnSpc>
              <a:spcBef>
                <a:spcPts val="425"/>
              </a:spcBef>
              <a:spcAft>
                <a:spcPts val="0"/>
              </a:spcAft>
              <a:buClr>
                <a:schemeClr val="dk1"/>
              </a:buClr>
              <a:buSzPts val="1800"/>
              <a:buChar char="•"/>
              <a:defRPr/>
            </a:lvl4pPr>
            <a:lvl5pPr indent="-342900" lvl="4" marL="2286000" algn="l">
              <a:lnSpc>
                <a:spcPct val="90000"/>
              </a:lnSpc>
              <a:spcBef>
                <a:spcPts val="425"/>
              </a:spcBef>
              <a:spcAft>
                <a:spcPts val="0"/>
              </a:spcAft>
              <a:buClr>
                <a:schemeClr val="dk1"/>
              </a:buClr>
              <a:buSzPts val="1800"/>
              <a:buChar char="•"/>
              <a:defRPr/>
            </a:lvl5pPr>
            <a:lvl6pPr indent="-342900" lvl="5" marL="2743200" algn="l">
              <a:lnSpc>
                <a:spcPct val="90000"/>
              </a:lnSpc>
              <a:spcBef>
                <a:spcPts val="425"/>
              </a:spcBef>
              <a:spcAft>
                <a:spcPts val="0"/>
              </a:spcAft>
              <a:buClr>
                <a:schemeClr val="dk1"/>
              </a:buClr>
              <a:buSzPts val="1800"/>
              <a:buChar char="•"/>
              <a:defRPr/>
            </a:lvl6pPr>
            <a:lvl7pPr indent="-342900" lvl="6" marL="3200400" algn="l">
              <a:lnSpc>
                <a:spcPct val="90000"/>
              </a:lnSpc>
              <a:spcBef>
                <a:spcPts val="425"/>
              </a:spcBef>
              <a:spcAft>
                <a:spcPts val="0"/>
              </a:spcAft>
              <a:buClr>
                <a:schemeClr val="dk1"/>
              </a:buClr>
              <a:buSzPts val="1800"/>
              <a:buChar char="•"/>
              <a:defRPr/>
            </a:lvl7pPr>
            <a:lvl8pPr indent="-342900" lvl="7" marL="3657600" algn="l">
              <a:lnSpc>
                <a:spcPct val="90000"/>
              </a:lnSpc>
              <a:spcBef>
                <a:spcPts val="425"/>
              </a:spcBef>
              <a:spcAft>
                <a:spcPts val="0"/>
              </a:spcAft>
              <a:buClr>
                <a:schemeClr val="dk1"/>
              </a:buClr>
              <a:buSzPts val="1800"/>
              <a:buChar char="•"/>
              <a:defRPr/>
            </a:lvl8pPr>
            <a:lvl9pPr indent="-342900" lvl="8" marL="4114800" algn="l">
              <a:lnSpc>
                <a:spcPct val="90000"/>
              </a:lnSpc>
              <a:spcBef>
                <a:spcPts val="425"/>
              </a:spcBef>
              <a:spcAft>
                <a:spcPts val="0"/>
              </a:spcAft>
              <a:buClr>
                <a:schemeClr val="dk1"/>
              </a:buClr>
              <a:buSzPts val="1800"/>
              <a:buChar char="•"/>
              <a:defRPr/>
            </a:lvl9pPr>
          </a:lstStyle>
          <a:p/>
        </p:txBody>
      </p:sp>
      <p:sp>
        <p:nvSpPr>
          <p:cNvPr id="46" name="Google Shape;46;p6"/>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534353" y="730254"/>
            <a:ext cx="6703800" cy="2651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535365" y="914401"/>
            <a:ext cx="2506800" cy="3200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720"/>
              <a:buFont typeface="Calibri"/>
              <a:buNone/>
              <a:defRPr sz="272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3304282" y="1974855"/>
            <a:ext cx="3934800" cy="9747300"/>
          </a:xfrm>
          <a:prstGeom prst="rect">
            <a:avLst/>
          </a:prstGeom>
          <a:noFill/>
          <a:ln>
            <a:noFill/>
          </a:ln>
        </p:spPr>
        <p:txBody>
          <a:bodyPr anchorCtr="0" anchor="t" bIns="45700" lIns="91425" spcFirstLastPara="1" rIns="91425" wrap="square" tIns="45700">
            <a:normAutofit/>
          </a:bodyPr>
          <a:lstStyle>
            <a:lvl1pPr indent="-401320" lvl="0" marL="457200" algn="l">
              <a:lnSpc>
                <a:spcPct val="90000"/>
              </a:lnSpc>
              <a:spcBef>
                <a:spcPts val="850"/>
              </a:spcBef>
              <a:spcAft>
                <a:spcPts val="0"/>
              </a:spcAft>
              <a:buClr>
                <a:schemeClr val="dk1"/>
              </a:buClr>
              <a:buSzPts val="2720"/>
              <a:buChar char="•"/>
              <a:defRPr sz="2720"/>
            </a:lvl1pPr>
            <a:lvl2pPr indent="-379730" lvl="1" marL="914400" algn="l">
              <a:lnSpc>
                <a:spcPct val="90000"/>
              </a:lnSpc>
              <a:spcBef>
                <a:spcPts val="425"/>
              </a:spcBef>
              <a:spcAft>
                <a:spcPts val="0"/>
              </a:spcAft>
              <a:buClr>
                <a:schemeClr val="dk1"/>
              </a:buClr>
              <a:buSzPts val="2380"/>
              <a:buChar char="•"/>
              <a:defRPr sz="2380"/>
            </a:lvl2pPr>
            <a:lvl3pPr indent="-358140" lvl="2" marL="1371600" algn="l">
              <a:lnSpc>
                <a:spcPct val="90000"/>
              </a:lnSpc>
              <a:spcBef>
                <a:spcPts val="425"/>
              </a:spcBef>
              <a:spcAft>
                <a:spcPts val="0"/>
              </a:spcAft>
              <a:buClr>
                <a:schemeClr val="dk1"/>
              </a:buClr>
              <a:buSzPts val="2040"/>
              <a:buChar char="•"/>
              <a:defRPr sz="2040"/>
            </a:lvl3pPr>
            <a:lvl4pPr indent="-336550" lvl="3" marL="1828800" algn="l">
              <a:lnSpc>
                <a:spcPct val="90000"/>
              </a:lnSpc>
              <a:spcBef>
                <a:spcPts val="425"/>
              </a:spcBef>
              <a:spcAft>
                <a:spcPts val="0"/>
              </a:spcAft>
              <a:buClr>
                <a:schemeClr val="dk1"/>
              </a:buClr>
              <a:buSzPts val="1700"/>
              <a:buChar char="•"/>
              <a:defRPr sz="1700"/>
            </a:lvl4pPr>
            <a:lvl5pPr indent="-336550" lvl="4" marL="2286000" algn="l">
              <a:lnSpc>
                <a:spcPct val="90000"/>
              </a:lnSpc>
              <a:spcBef>
                <a:spcPts val="425"/>
              </a:spcBef>
              <a:spcAft>
                <a:spcPts val="0"/>
              </a:spcAft>
              <a:buClr>
                <a:schemeClr val="dk1"/>
              </a:buClr>
              <a:buSzPts val="1700"/>
              <a:buChar char="•"/>
              <a:defRPr sz="1700"/>
            </a:lvl5pPr>
            <a:lvl6pPr indent="-336550" lvl="5" marL="2743200" algn="l">
              <a:lnSpc>
                <a:spcPct val="90000"/>
              </a:lnSpc>
              <a:spcBef>
                <a:spcPts val="425"/>
              </a:spcBef>
              <a:spcAft>
                <a:spcPts val="0"/>
              </a:spcAft>
              <a:buClr>
                <a:schemeClr val="dk1"/>
              </a:buClr>
              <a:buSzPts val="1700"/>
              <a:buChar char="•"/>
              <a:defRPr sz="1700"/>
            </a:lvl6pPr>
            <a:lvl7pPr indent="-336550" lvl="6" marL="3200400" algn="l">
              <a:lnSpc>
                <a:spcPct val="90000"/>
              </a:lnSpc>
              <a:spcBef>
                <a:spcPts val="425"/>
              </a:spcBef>
              <a:spcAft>
                <a:spcPts val="0"/>
              </a:spcAft>
              <a:buClr>
                <a:schemeClr val="dk1"/>
              </a:buClr>
              <a:buSzPts val="1700"/>
              <a:buChar char="•"/>
              <a:defRPr sz="1700"/>
            </a:lvl7pPr>
            <a:lvl8pPr indent="-336550" lvl="7" marL="3657600" algn="l">
              <a:lnSpc>
                <a:spcPct val="90000"/>
              </a:lnSpc>
              <a:spcBef>
                <a:spcPts val="425"/>
              </a:spcBef>
              <a:spcAft>
                <a:spcPts val="0"/>
              </a:spcAft>
              <a:buClr>
                <a:schemeClr val="dk1"/>
              </a:buClr>
              <a:buSzPts val="1700"/>
              <a:buChar char="•"/>
              <a:defRPr sz="1700"/>
            </a:lvl8pPr>
            <a:lvl9pPr indent="-336550" lvl="8" marL="4114800" algn="l">
              <a:lnSpc>
                <a:spcPct val="90000"/>
              </a:lnSpc>
              <a:spcBef>
                <a:spcPts val="425"/>
              </a:spcBef>
              <a:spcAft>
                <a:spcPts val="0"/>
              </a:spcAft>
              <a:buClr>
                <a:schemeClr val="dk1"/>
              </a:buClr>
              <a:buSzPts val="1700"/>
              <a:buChar char="•"/>
              <a:defRPr sz="1700"/>
            </a:lvl9pPr>
          </a:lstStyle>
          <a:p/>
        </p:txBody>
      </p:sp>
      <p:sp>
        <p:nvSpPr>
          <p:cNvPr id="61" name="Google Shape;61;p9"/>
          <p:cNvSpPr txBox="1"/>
          <p:nvPr>
            <p:ph idx="2" type="body"/>
          </p:nvPr>
        </p:nvSpPr>
        <p:spPr>
          <a:xfrm>
            <a:off x="535365" y="4114804"/>
            <a:ext cx="2506800" cy="7623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850"/>
              </a:spcBef>
              <a:spcAft>
                <a:spcPts val="0"/>
              </a:spcAft>
              <a:buClr>
                <a:schemeClr val="dk1"/>
              </a:buClr>
              <a:buSzPts val="1360"/>
              <a:buNone/>
              <a:defRPr sz="1360"/>
            </a:lvl1pPr>
            <a:lvl2pPr indent="-228600" lvl="1" marL="914400" algn="l">
              <a:lnSpc>
                <a:spcPct val="90000"/>
              </a:lnSpc>
              <a:spcBef>
                <a:spcPts val="425"/>
              </a:spcBef>
              <a:spcAft>
                <a:spcPts val="0"/>
              </a:spcAft>
              <a:buClr>
                <a:schemeClr val="dk1"/>
              </a:buClr>
              <a:buSzPts val="1190"/>
              <a:buNone/>
              <a:defRPr sz="1190"/>
            </a:lvl2pPr>
            <a:lvl3pPr indent="-228600" lvl="2" marL="1371600" algn="l">
              <a:lnSpc>
                <a:spcPct val="90000"/>
              </a:lnSpc>
              <a:spcBef>
                <a:spcPts val="425"/>
              </a:spcBef>
              <a:spcAft>
                <a:spcPts val="0"/>
              </a:spcAft>
              <a:buClr>
                <a:schemeClr val="dk1"/>
              </a:buClr>
              <a:buSzPts val="1020"/>
              <a:buNone/>
              <a:defRPr sz="1020"/>
            </a:lvl3pPr>
            <a:lvl4pPr indent="-228600" lvl="3" marL="1828800" algn="l">
              <a:lnSpc>
                <a:spcPct val="90000"/>
              </a:lnSpc>
              <a:spcBef>
                <a:spcPts val="425"/>
              </a:spcBef>
              <a:spcAft>
                <a:spcPts val="0"/>
              </a:spcAft>
              <a:buClr>
                <a:schemeClr val="dk1"/>
              </a:buClr>
              <a:buSzPts val="850"/>
              <a:buNone/>
              <a:defRPr sz="850"/>
            </a:lvl4pPr>
            <a:lvl5pPr indent="-228600" lvl="4" marL="2286000" algn="l">
              <a:lnSpc>
                <a:spcPct val="90000"/>
              </a:lnSpc>
              <a:spcBef>
                <a:spcPts val="425"/>
              </a:spcBef>
              <a:spcAft>
                <a:spcPts val="0"/>
              </a:spcAft>
              <a:buClr>
                <a:schemeClr val="dk1"/>
              </a:buClr>
              <a:buSzPts val="850"/>
              <a:buNone/>
              <a:defRPr sz="850"/>
            </a:lvl5pPr>
            <a:lvl6pPr indent="-228600" lvl="5" marL="2743200" algn="l">
              <a:lnSpc>
                <a:spcPct val="90000"/>
              </a:lnSpc>
              <a:spcBef>
                <a:spcPts val="425"/>
              </a:spcBef>
              <a:spcAft>
                <a:spcPts val="0"/>
              </a:spcAft>
              <a:buClr>
                <a:schemeClr val="dk1"/>
              </a:buClr>
              <a:buSzPts val="850"/>
              <a:buNone/>
              <a:defRPr sz="850"/>
            </a:lvl6pPr>
            <a:lvl7pPr indent="-228600" lvl="6" marL="3200400" algn="l">
              <a:lnSpc>
                <a:spcPct val="90000"/>
              </a:lnSpc>
              <a:spcBef>
                <a:spcPts val="425"/>
              </a:spcBef>
              <a:spcAft>
                <a:spcPts val="0"/>
              </a:spcAft>
              <a:buClr>
                <a:schemeClr val="dk1"/>
              </a:buClr>
              <a:buSzPts val="850"/>
              <a:buNone/>
              <a:defRPr sz="850"/>
            </a:lvl7pPr>
            <a:lvl8pPr indent="-228600" lvl="7" marL="3657600" algn="l">
              <a:lnSpc>
                <a:spcPct val="90000"/>
              </a:lnSpc>
              <a:spcBef>
                <a:spcPts val="425"/>
              </a:spcBef>
              <a:spcAft>
                <a:spcPts val="0"/>
              </a:spcAft>
              <a:buClr>
                <a:schemeClr val="dk1"/>
              </a:buClr>
              <a:buSzPts val="850"/>
              <a:buNone/>
              <a:defRPr sz="850"/>
            </a:lvl8pPr>
            <a:lvl9pPr indent="-228600" lvl="8" marL="4114800" algn="l">
              <a:lnSpc>
                <a:spcPct val="90000"/>
              </a:lnSpc>
              <a:spcBef>
                <a:spcPts val="425"/>
              </a:spcBef>
              <a:spcAft>
                <a:spcPts val="0"/>
              </a:spcAft>
              <a:buClr>
                <a:schemeClr val="dk1"/>
              </a:buClr>
              <a:buSzPts val="850"/>
              <a:buNone/>
              <a:defRPr sz="850"/>
            </a:lvl9pPr>
          </a:lstStyle>
          <a:p/>
        </p:txBody>
      </p:sp>
      <p:sp>
        <p:nvSpPr>
          <p:cNvPr id="62" name="Google Shape;62;p9"/>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535365" y="914401"/>
            <a:ext cx="2506800" cy="3200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720"/>
              <a:buFont typeface="Calibri"/>
              <a:buNone/>
              <a:defRPr sz="272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3304282" y="1974855"/>
            <a:ext cx="3934800" cy="9747300"/>
          </a:xfrm>
          <a:prstGeom prst="rect">
            <a:avLst/>
          </a:prstGeom>
          <a:noFill/>
          <a:ln>
            <a:noFill/>
          </a:ln>
        </p:spPr>
      </p:sp>
      <p:sp>
        <p:nvSpPr>
          <p:cNvPr id="68" name="Google Shape;68;p10"/>
          <p:cNvSpPr txBox="1"/>
          <p:nvPr>
            <p:ph idx="1" type="body"/>
          </p:nvPr>
        </p:nvSpPr>
        <p:spPr>
          <a:xfrm>
            <a:off x="535365" y="4114804"/>
            <a:ext cx="2506800" cy="7623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850"/>
              </a:spcBef>
              <a:spcAft>
                <a:spcPts val="0"/>
              </a:spcAft>
              <a:buClr>
                <a:schemeClr val="dk1"/>
              </a:buClr>
              <a:buSzPts val="1360"/>
              <a:buNone/>
              <a:defRPr sz="1360"/>
            </a:lvl1pPr>
            <a:lvl2pPr indent="-228600" lvl="1" marL="914400" algn="l">
              <a:lnSpc>
                <a:spcPct val="90000"/>
              </a:lnSpc>
              <a:spcBef>
                <a:spcPts val="425"/>
              </a:spcBef>
              <a:spcAft>
                <a:spcPts val="0"/>
              </a:spcAft>
              <a:buClr>
                <a:schemeClr val="dk1"/>
              </a:buClr>
              <a:buSzPts val="1190"/>
              <a:buNone/>
              <a:defRPr sz="1190"/>
            </a:lvl2pPr>
            <a:lvl3pPr indent="-228600" lvl="2" marL="1371600" algn="l">
              <a:lnSpc>
                <a:spcPct val="90000"/>
              </a:lnSpc>
              <a:spcBef>
                <a:spcPts val="425"/>
              </a:spcBef>
              <a:spcAft>
                <a:spcPts val="0"/>
              </a:spcAft>
              <a:buClr>
                <a:schemeClr val="dk1"/>
              </a:buClr>
              <a:buSzPts val="1020"/>
              <a:buNone/>
              <a:defRPr sz="1020"/>
            </a:lvl3pPr>
            <a:lvl4pPr indent="-228600" lvl="3" marL="1828800" algn="l">
              <a:lnSpc>
                <a:spcPct val="90000"/>
              </a:lnSpc>
              <a:spcBef>
                <a:spcPts val="425"/>
              </a:spcBef>
              <a:spcAft>
                <a:spcPts val="0"/>
              </a:spcAft>
              <a:buClr>
                <a:schemeClr val="dk1"/>
              </a:buClr>
              <a:buSzPts val="850"/>
              <a:buNone/>
              <a:defRPr sz="850"/>
            </a:lvl4pPr>
            <a:lvl5pPr indent="-228600" lvl="4" marL="2286000" algn="l">
              <a:lnSpc>
                <a:spcPct val="90000"/>
              </a:lnSpc>
              <a:spcBef>
                <a:spcPts val="425"/>
              </a:spcBef>
              <a:spcAft>
                <a:spcPts val="0"/>
              </a:spcAft>
              <a:buClr>
                <a:schemeClr val="dk1"/>
              </a:buClr>
              <a:buSzPts val="850"/>
              <a:buNone/>
              <a:defRPr sz="850"/>
            </a:lvl5pPr>
            <a:lvl6pPr indent="-228600" lvl="5" marL="2743200" algn="l">
              <a:lnSpc>
                <a:spcPct val="90000"/>
              </a:lnSpc>
              <a:spcBef>
                <a:spcPts val="425"/>
              </a:spcBef>
              <a:spcAft>
                <a:spcPts val="0"/>
              </a:spcAft>
              <a:buClr>
                <a:schemeClr val="dk1"/>
              </a:buClr>
              <a:buSzPts val="850"/>
              <a:buNone/>
              <a:defRPr sz="850"/>
            </a:lvl6pPr>
            <a:lvl7pPr indent="-228600" lvl="6" marL="3200400" algn="l">
              <a:lnSpc>
                <a:spcPct val="90000"/>
              </a:lnSpc>
              <a:spcBef>
                <a:spcPts val="425"/>
              </a:spcBef>
              <a:spcAft>
                <a:spcPts val="0"/>
              </a:spcAft>
              <a:buClr>
                <a:schemeClr val="dk1"/>
              </a:buClr>
              <a:buSzPts val="850"/>
              <a:buNone/>
              <a:defRPr sz="850"/>
            </a:lvl7pPr>
            <a:lvl8pPr indent="-228600" lvl="7" marL="3657600" algn="l">
              <a:lnSpc>
                <a:spcPct val="90000"/>
              </a:lnSpc>
              <a:spcBef>
                <a:spcPts val="425"/>
              </a:spcBef>
              <a:spcAft>
                <a:spcPts val="0"/>
              </a:spcAft>
              <a:buClr>
                <a:schemeClr val="dk1"/>
              </a:buClr>
              <a:buSzPts val="850"/>
              <a:buNone/>
              <a:defRPr sz="850"/>
            </a:lvl8pPr>
            <a:lvl9pPr indent="-228600" lvl="8" marL="4114800" algn="l">
              <a:lnSpc>
                <a:spcPct val="90000"/>
              </a:lnSpc>
              <a:spcBef>
                <a:spcPts val="425"/>
              </a:spcBef>
              <a:spcAft>
                <a:spcPts val="0"/>
              </a:spcAft>
              <a:buClr>
                <a:schemeClr val="dk1"/>
              </a:buClr>
              <a:buSzPts val="850"/>
              <a:buNone/>
              <a:defRPr sz="850"/>
            </a:lvl9pPr>
          </a:lstStyle>
          <a:p/>
        </p:txBody>
      </p:sp>
      <p:sp>
        <p:nvSpPr>
          <p:cNvPr id="69" name="Google Shape;69;p10"/>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534353" y="730254"/>
            <a:ext cx="6703800" cy="2651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465201" y="4650704"/>
            <a:ext cx="8702700" cy="6703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50"/>
              </a:spcBef>
              <a:spcAft>
                <a:spcPts val="0"/>
              </a:spcAft>
              <a:buClr>
                <a:schemeClr val="dk1"/>
              </a:buClr>
              <a:buSzPts val="1800"/>
              <a:buChar char="•"/>
              <a:defRPr/>
            </a:lvl1pPr>
            <a:lvl2pPr indent="-342900" lvl="1" marL="914400" algn="l">
              <a:lnSpc>
                <a:spcPct val="90000"/>
              </a:lnSpc>
              <a:spcBef>
                <a:spcPts val="425"/>
              </a:spcBef>
              <a:spcAft>
                <a:spcPts val="0"/>
              </a:spcAft>
              <a:buClr>
                <a:schemeClr val="dk1"/>
              </a:buClr>
              <a:buSzPts val="1800"/>
              <a:buChar char="•"/>
              <a:defRPr/>
            </a:lvl2pPr>
            <a:lvl3pPr indent="-342900" lvl="2" marL="1371600" algn="l">
              <a:lnSpc>
                <a:spcPct val="90000"/>
              </a:lnSpc>
              <a:spcBef>
                <a:spcPts val="425"/>
              </a:spcBef>
              <a:spcAft>
                <a:spcPts val="0"/>
              </a:spcAft>
              <a:buClr>
                <a:schemeClr val="dk1"/>
              </a:buClr>
              <a:buSzPts val="1800"/>
              <a:buChar char="•"/>
              <a:defRPr/>
            </a:lvl3pPr>
            <a:lvl4pPr indent="-342900" lvl="3" marL="1828800" algn="l">
              <a:lnSpc>
                <a:spcPct val="90000"/>
              </a:lnSpc>
              <a:spcBef>
                <a:spcPts val="425"/>
              </a:spcBef>
              <a:spcAft>
                <a:spcPts val="0"/>
              </a:spcAft>
              <a:buClr>
                <a:schemeClr val="dk1"/>
              </a:buClr>
              <a:buSzPts val="1800"/>
              <a:buChar char="•"/>
              <a:defRPr/>
            </a:lvl4pPr>
            <a:lvl5pPr indent="-342900" lvl="4" marL="2286000" algn="l">
              <a:lnSpc>
                <a:spcPct val="90000"/>
              </a:lnSpc>
              <a:spcBef>
                <a:spcPts val="425"/>
              </a:spcBef>
              <a:spcAft>
                <a:spcPts val="0"/>
              </a:spcAft>
              <a:buClr>
                <a:schemeClr val="dk1"/>
              </a:buClr>
              <a:buSzPts val="1800"/>
              <a:buChar char="•"/>
              <a:defRPr/>
            </a:lvl5pPr>
            <a:lvl6pPr indent="-342900" lvl="5" marL="2743200" algn="l">
              <a:lnSpc>
                <a:spcPct val="90000"/>
              </a:lnSpc>
              <a:spcBef>
                <a:spcPts val="425"/>
              </a:spcBef>
              <a:spcAft>
                <a:spcPts val="0"/>
              </a:spcAft>
              <a:buClr>
                <a:schemeClr val="dk1"/>
              </a:buClr>
              <a:buSzPts val="1800"/>
              <a:buChar char="•"/>
              <a:defRPr/>
            </a:lvl6pPr>
            <a:lvl7pPr indent="-342900" lvl="6" marL="3200400" algn="l">
              <a:lnSpc>
                <a:spcPct val="90000"/>
              </a:lnSpc>
              <a:spcBef>
                <a:spcPts val="425"/>
              </a:spcBef>
              <a:spcAft>
                <a:spcPts val="0"/>
              </a:spcAft>
              <a:buClr>
                <a:schemeClr val="dk1"/>
              </a:buClr>
              <a:buSzPts val="1800"/>
              <a:buChar char="•"/>
              <a:defRPr/>
            </a:lvl7pPr>
            <a:lvl8pPr indent="-342900" lvl="7" marL="3657600" algn="l">
              <a:lnSpc>
                <a:spcPct val="90000"/>
              </a:lnSpc>
              <a:spcBef>
                <a:spcPts val="425"/>
              </a:spcBef>
              <a:spcAft>
                <a:spcPts val="0"/>
              </a:spcAft>
              <a:buClr>
                <a:schemeClr val="dk1"/>
              </a:buClr>
              <a:buSzPts val="1800"/>
              <a:buChar char="•"/>
              <a:defRPr/>
            </a:lvl8pPr>
            <a:lvl9pPr indent="-342900" lvl="8" marL="4114800" algn="l">
              <a:lnSpc>
                <a:spcPct val="90000"/>
              </a:lnSpc>
              <a:spcBef>
                <a:spcPts val="425"/>
              </a:spcBef>
              <a:spcAft>
                <a:spcPts val="0"/>
              </a:spcAft>
              <a:buClr>
                <a:schemeClr val="dk1"/>
              </a:buClr>
              <a:buSzPts val="1800"/>
              <a:buChar char="•"/>
              <a:defRPr/>
            </a:lvl9pPr>
          </a:lstStyle>
          <a:p/>
        </p:txBody>
      </p:sp>
      <p:sp>
        <p:nvSpPr>
          <p:cNvPr id="75" name="Google Shape;75;p11"/>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588248" y="5704252"/>
            <a:ext cx="11623800" cy="16758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2812180" y="4076902"/>
            <a:ext cx="11623800" cy="49305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50"/>
              </a:spcBef>
              <a:spcAft>
                <a:spcPts val="0"/>
              </a:spcAft>
              <a:buClr>
                <a:schemeClr val="dk1"/>
              </a:buClr>
              <a:buSzPts val="1800"/>
              <a:buChar char="•"/>
              <a:defRPr/>
            </a:lvl1pPr>
            <a:lvl2pPr indent="-342900" lvl="1" marL="914400" algn="l">
              <a:lnSpc>
                <a:spcPct val="90000"/>
              </a:lnSpc>
              <a:spcBef>
                <a:spcPts val="425"/>
              </a:spcBef>
              <a:spcAft>
                <a:spcPts val="0"/>
              </a:spcAft>
              <a:buClr>
                <a:schemeClr val="dk1"/>
              </a:buClr>
              <a:buSzPts val="1800"/>
              <a:buChar char="•"/>
              <a:defRPr/>
            </a:lvl2pPr>
            <a:lvl3pPr indent="-342900" lvl="2" marL="1371600" algn="l">
              <a:lnSpc>
                <a:spcPct val="90000"/>
              </a:lnSpc>
              <a:spcBef>
                <a:spcPts val="425"/>
              </a:spcBef>
              <a:spcAft>
                <a:spcPts val="0"/>
              </a:spcAft>
              <a:buClr>
                <a:schemeClr val="dk1"/>
              </a:buClr>
              <a:buSzPts val="1800"/>
              <a:buChar char="•"/>
              <a:defRPr/>
            </a:lvl3pPr>
            <a:lvl4pPr indent="-342900" lvl="3" marL="1828800" algn="l">
              <a:lnSpc>
                <a:spcPct val="90000"/>
              </a:lnSpc>
              <a:spcBef>
                <a:spcPts val="425"/>
              </a:spcBef>
              <a:spcAft>
                <a:spcPts val="0"/>
              </a:spcAft>
              <a:buClr>
                <a:schemeClr val="dk1"/>
              </a:buClr>
              <a:buSzPts val="1800"/>
              <a:buChar char="•"/>
              <a:defRPr/>
            </a:lvl4pPr>
            <a:lvl5pPr indent="-342900" lvl="4" marL="2286000" algn="l">
              <a:lnSpc>
                <a:spcPct val="90000"/>
              </a:lnSpc>
              <a:spcBef>
                <a:spcPts val="425"/>
              </a:spcBef>
              <a:spcAft>
                <a:spcPts val="0"/>
              </a:spcAft>
              <a:buClr>
                <a:schemeClr val="dk1"/>
              </a:buClr>
              <a:buSzPts val="1800"/>
              <a:buChar char="•"/>
              <a:defRPr/>
            </a:lvl5pPr>
            <a:lvl6pPr indent="-342900" lvl="5" marL="2743200" algn="l">
              <a:lnSpc>
                <a:spcPct val="90000"/>
              </a:lnSpc>
              <a:spcBef>
                <a:spcPts val="425"/>
              </a:spcBef>
              <a:spcAft>
                <a:spcPts val="0"/>
              </a:spcAft>
              <a:buClr>
                <a:schemeClr val="dk1"/>
              </a:buClr>
              <a:buSzPts val="1800"/>
              <a:buChar char="•"/>
              <a:defRPr/>
            </a:lvl6pPr>
            <a:lvl7pPr indent="-342900" lvl="6" marL="3200400" algn="l">
              <a:lnSpc>
                <a:spcPct val="90000"/>
              </a:lnSpc>
              <a:spcBef>
                <a:spcPts val="425"/>
              </a:spcBef>
              <a:spcAft>
                <a:spcPts val="0"/>
              </a:spcAft>
              <a:buClr>
                <a:schemeClr val="dk1"/>
              </a:buClr>
              <a:buSzPts val="1800"/>
              <a:buChar char="•"/>
              <a:defRPr/>
            </a:lvl7pPr>
            <a:lvl8pPr indent="-342900" lvl="7" marL="3657600" algn="l">
              <a:lnSpc>
                <a:spcPct val="90000"/>
              </a:lnSpc>
              <a:spcBef>
                <a:spcPts val="425"/>
              </a:spcBef>
              <a:spcAft>
                <a:spcPts val="0"/>
              </a:spcAft>
              <a:buClr>
                <a:schemeClr val="dk1"/>
              </a:buClr>
              <a:buSzPts val="1800"/>
              <a:buChar char="•"/>
              <a:defRPr/>
            </a:lvl8pPr>
            <a:lvl9pPr indent="-342900" lvl="8" marL="4114800" algn="l">
              <a:lnSpc>
                <a:spcPct val="90000"/>
              </a:lnSpc>
              <a:spcBef>
                <a:spcPts val="425"/>
              </a:spcBef>
              <a:spcAft>
                <a:spcPts val="0"/>
              </a:spcAft>
              <a:buClr>
                <a:schemeClr val="dk1"/>
              </a:buClr>
              <a:buSzPts val="1800"/>
              <a:buChar char="•"/>
              <a:defRPr/>
            </a:lvl9pPr>
          </a:lstStyle>
          <a:p/>
        </p:txBody>
      </p:sp>
      <p:sp>
        <p:nvSpPr>
          <p:cNvPr id="81" name="Google Shape;81;p12"/>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34353" y="730254"/>
            <a:ext cx="6703800" cy="26511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740"/>
              <a:buFont typeface="Calibri"/>
              <a:buNone/>
              <a:defRPr b="0" i="0" sz="374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534353" y="3651253"/>
            <a:ext cx="6703800" cy="8702700"/>
          </a:xfrm>
          <a:prstGeom prst="rect">
            <a:avLst/>
          </a:prstGeom>
          <a:noFill/>
          <a:ln>
            <a:noFill/>
          </a:ln>
        </p:spPr>
        <p:txBody>
          <a:bodyPr anchorCtr="0" anchor="t" bIns="45700" lIns="91425" spcFirstLastPara="1" rIns="91425" wrap="square" tIns="45700">
            <a:normAutofit/>
          </a:bodyPr>
          <a:lstStyle>
            <a:lvl1pPr indent="-379730" lvl="0" marL="457200" marR="0" rtl="0" algn="l">
              <a:lnSpc>
                <a:spcPct val="90000"/>
              </a:lnSpc>
              <a:spcBef>
                <a:spcPts val="850"/>
              </a:spcBef>
              <a:spcAft>
                <a:spcPts val="0"/>
              </a:spcAft>
              <a:buClr>
                <a:schemeClr val="dk1"/>
              </a:buClr>
              <a:buSzPts val="2380"/>
              <a:buFont typeface="Arial"/>
              <a:buChar char="•"/>
              <a:defRPr b="0" i="0" sz="2380" u="none" cap="none" strike="noStrike">
                <a:solidFill>
                  <a:schemeClr val="dk1"/>
                </a:solidFill>
                <a:latin typeface="Calibri"/>
                <a:ea typeface="Calibri"/>
                <a:cs typeface="Calibri"/>
                <a:sym typeface="Calibri"/>
              </a:defRPr>
            </a:lvl1pPr>
            <a:lvl2pPr indent="-358140" lvl="1" marL="914400" marR="0" rtl="0" algn="l">
              <a:lnSpc>
                <a:spcPct val="90000"/>
              </a:lnSpc>
              <a:spcBef>
                <a:spcPts val="425"/>
              </a:spcBef>
              <a:spcAft>
                <a:spcPts val="0"/>
              </a:spcAft>
              <a:buClr>
                <a:schemeClr val="dk1"/>
              </a:buClr>
              <a:buSzPts val="2040"/>
              <a:buFont typeface="Arial"/>
              <a:buChar char="•"/>
              <a:defRPr b="0" i="0" sz="2040" u="none" cap="none" strike="noStrike">
                <a:solidFill>
                  <a:schemeClr val="dk1"/>
                </a:solidFill>
                <a:latin typeface="Calibri"/>
                <a:ea typeface="Calibri"/>
                <a:cs typeface="Calibri"/>
                <a:sym typeface="Calibri"/>
              </a:defRPr>
            </a:lvl2pPr>
            <a:lvl3pPr indent="-336550" lvl="2" marL="1371600" marR="0" rtl="0" algn="l">
              <a:lnSpc>
                <a:spcPct val="90000"/>
              </a:lnSpc>
              <a:spcBef>
                <a:spcPts val="425"/>
              </a:spcBef>
              <a:spcAft>
                <a:spcPts val="0"/>
              </a:spcAft>
              <a:buClr>
                <a:schemeClr val="dk1"/>
              </a:buClr>
              <a:buSzPts val="1700"/>
              <a:buFont typeface="Arial"/>
              <a:buChar char="•"/>
              <a:defRPr b="0" i="0" sz="1700" u="none" cap="none" strike="noStrike">
                <a:solidFill>
                  <a:schemeClr val="dk1"/>
                </a:solidFill>
                <a:latin typeface="Calibri"/>
                <a:ea typeface="Calibri"/>
                <a:cs typeface="Calibri"/>
                <a:sym typeface="Calibri"/>
              </a:defRPr>
            </a:lvl3pPr>
            <a:lvl4pPr indent="-325755" lvl="3" marL="1828800" marR="0" rtl="0" algn="l">
              <a:lnSpc>
                <a:spcPct val="90000"/>
              </a:lnSpc>
              <a:spcBef>
                <a:spcPts val="425"/>
              </a:spcBef>
              <a:spcAft>
                <a:spcPts val="0"/>
              </a:spcAft>
              <a:buClr>
                <a:schemeClr val="dk1"/>
              </a:buClr>
              <a:buSzPts val="1530"/>
              <a:buFont typeface="Arial"/>
              <a:buChar char="•"/>
              <a:defRPr b="0" i="0" sz="1530" u="none" cap="none" strike="noStrike">
                <a:solidFill>
                  <a:schemeClr val="dk1"/>
                </a:solidFill>
                <a:latin typeface="Calibri"/>
                <a:ea typeface="Calibri"/>
                <a:cs typeface="Calibri"/>
                <a:sym typeface="Calibri"/>
              </a:defRPr>
            </a:lvl4pPr>
            <a:lvl5pPr indent="-325755" lvl="4" marL="2286000" marR="0" rtl="0" algn="l">
              <a:lnSpc>
                <a:spcPct val="90000"/>
              </a:lnSpc>
              <a:spcBef>
                <a:spcPts val="425"/>
              </a:spcBef>
              <a:spcAft>
                <a:spcPts val="0"/>
              </a:spcAft>
              <a:buClr>
                <a:schemeClr val="dk1"/>
              </a:buClr>
              <a:buSzPts val="1530"/>
              <a:buFont typeface="Arial"/>
              <a:buChar char="•"/>
              <a:defRPr b="0" i="0" sz="1530" u="none" cap="none" strike="noStrike">
                <a:solidFill>
                  <a:schemeClr val="dk1"/>
                </a:solidFill>
                <a:latin typeface="Calibri"/>
                <a:ea typeface="Calibri"/>
                <a:cs typeface="Calibri"/>
                <a:sym typeface="Calibri"/>
              </a:defRPr>
            </a:lvl5pPr>
            <a:lvl6pPr indent="-325755" lvl="5" marL="2743200" marR="0" rtl="0" algn="l">
              <a:lnSpc>
                <a:spcPct val="90000"/>
              </a:lnSpc>
              <a:spcBef>
                <a:spcPts val="425"/>
              </a:spcBef>
              <a:spcAft>
                <a:spcPts val="0"/>
              </a:spcAft>
              <a:buClr>
                <a:schemeClr val="dk1"/>
              </a:buClr>
              <a:buSzPts val="1530"/>
              <a:buFont typeface="Arial"/>
              <a:buChar char="•"/>
              <a:defRPr b="0" i="0" sz="1530" u="none" cap="none" strike="noStrike">
                <a:solidFill>
                  <a:schemeClr val="dk1"/>
                </a:solidFill>
                <a:latin typeface="Calibri"/>
                <a:ea typeface="Calibri"/>
                <a:cs typeface="Calibri"/>
                <a:sym typeface="Calibri"/>
              </a:defRPr>
            </a:lvl6pPr>
            <a:lvl7pPr indent="-325755" lvl="6" marL="3200400" marR="0" rtl="0" algn="l">
              <a:lnSpc>
                <a:spcPct val="90000"/>
              </a:lnSpc>
              <a:spcBef>
                <a:spcPts val="425"/>
              </a:spcBef>
              <a:spcAft>
                <a:spcPts val="0"/>
              </a:spcAft>
              <a:buClr>
                <a:schemeClr val="dk1"/>
              </a:buClr>
              <a:buSzPts val="1530"/>
              <a:buFont typeface="Arial"/>
              <a:buChar char="•"/>
              <a:defRPr b="0" i="0" sz="1530" u="none" cap="none" strike="noStrike">
                <a:solidFill>
                  <a:schemeClr val="dk1"/>
                </a:solidFill>
                <a:latin typeface="Calibri"/>
                <a:ea typeface="Calibri"/>
                <a:cs typeface="Calibri"/>
                <a:sym typeface="Calibri"/>
              </a:defRPr>
            </a:lvl7pPr>
            <a:lvl8pPr indent="-325755" lvl="7" marL="3657600" marR="0" rtl="0" algn="l">
              <a:lnSpc>
                <a:spcPct val="90000"/>
              </a:lnSpc>
              <a:spcBef>
                <a:spcPts val="425"/>
              </a:spcBef>
              <a:spcAft>
                <a:spcPts val="0"/>
              </a:spcAft>
              <a:buClr>
                <a:schemeClr val="dk1"/>
              </a:buClr>
              <a:buSzPts val="1530"/>
              <a:buFont typeface="Arial"/>
              <a:buChar char="•"/>
              <a:defRPr b="0" i="0" sz="1530" u="none" cap="none" strike="noStrike">
                <a:solidFill>
                  <a:schemeClr val="dk1"/>
                </a:solidFill>
                <a:latin typeface="Calibri"/>
                <a:ea typeface="Calibri"/>
                <a:cs typeface="Calibri"/>
                <a:sym typeface="Calibri"/>
              </a:defRPr>
            </a:lvl8pPr>
            <a:lvl9pPr indent="-325755" lvl="8" marL="4114800" marR="0" rtl="0" algn="l">
              <a:lnSpc>
                <a:spcPct val="90000"/>
              </a:lnSpc>
              <a:spcBef>
                <a:spcPts val="425"/>
              </a:spcBef>
              <a:spcAft>
                <a:spcPts val="0"/>
              </a:spcAft>
              <a:buClr>
                <a:schemeClr val="dk1"/>
              </a:buClr>
              <a:buSzPts val="1530"/>
              <a:buFont typeface="Arial"/>
              <a:buChar char="•"/>
              <a:defRPr b="0" i="0" sz="153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534353" y="12712714"/>
            <a:ext cx="1748700" cy="730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2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574608" y="12712714"/>
            <a:ext cx="2623200" cy="730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02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5489258" y="12712714"/>
            <a:ext cx="1748700" cy="7302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20"/>
              <a:buFont typeface="Arial"/>
              <a:buNone/>
              <a:defRPr b="0" i="0" sz="10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CFF"/>
        </a:solidFill>
      </p:bgPr>
    </p:bg>
    <p:spTree>
      <p:nvGrpSpPr>
        <p:cNvPr id="88" name="Shape 88"/>
        <p:cNvGrpSpPr/>
        <p:nvPr/>
      </p:nvGrpSpPr>
      <p:grpSpPr>
        <a:xfrm>
          <a:off x="0" y="0"/>
          <a:ext cx="0" cy="0"/>
          <a:chOff x="0" y="0"/>
          <a:chExt cx="0" cy="0"/>
        </a:xfrm>
      </p:grpSpPr>
      <p:sp>
        <p:nvSpPr>
          <p:cNvPr id="89" name="Google Shape;89;p13"/>
          <p:cNvSpPr/>
          <p:nvPr/>
        </p:nvSpPr>
        <p:spPr>
          <a:xfrm>
            <a:off x="0" y="0"/>
            <a:ext cx="7772400" cy="2749200"/>
          </a:xfrm>
          <a:prstGeom prst="roundRect">
            <a:avLst>
              <a:gd fmla="val 0" name="adj"/>
            </a:avLst>
          </a:prstGeom>
          <a:solidFill>
            <a:srgbClr val="0009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90"/>
              <a:buFont typeface="Arial"/>
              <a:buNone/>
            </a:pPr>
            <a:r>
              <a:t/>
            </a:r>
            <a:endParaRPr b="0" i="0" sz="1890" u="none" cap="none" strike="noStrike">
              <a:solidFill>
                <a:srgbClr val="FFFFFF"/>
              </a:solidFill>
              <a:latin typeface="Calibri"/>
              <a:ea typeface="Calibri"/>
              <a:cs typeface="Calibri"/>
              <a:sym typeface="Calibri"/>
            </a:endParaRPr>
          </a:p>
        </p:txBody>
      </p:sp>
      <p:pic>
        <p:nvPicPr>
          <p:cNvPr id="90" name="Google Shape;90;p13"/>
          <p:cNvPicPr preferRelativeResize="0"/>
          <p:nvPr/>
        </p:nvPicPr>
        <p:blipFill rotWithShape="1">
          <a:blip r:embed="rId3">
            <a:alphaModFix/>
          </a:blip>
          <a:srcRect b="0" l="0" r="0" t="0"/>
          <a:stretch/>
        </p:blipFill>
        <p:spPr>
          <a:xfrm>
            <a:off x="285738" y="319837"/>
            <a:ext cx="925270" cy="141501"/>
          </a:xfrm>
          <a:prstGeom prst="rect">
            <a:avLst/>
          </a:prstGeom>
          <a:noFill/>
          <a:ln>
            <a:noFill/>
          </a:ln>
        </p:spPr>
      </p:pic>
      <p:sp>
        <p:nvSpPr>
          <p:cNvPr id="91" name="Google Shape;91;p13"/>
          <p:cNvSpPr txBox="1"/>
          <p:nvPr/>
        </p:nvSpPr>
        <p:spPr>
          <a:xfrm>
            <a:off x="163921" y="705739"/>
            <a:ext cx="6533400" cy="1245300"/>
          </a:xfrm>
          <a:prstGeom prst="rect">
            <a:avLst/>
          </a:prstGeom>
          <a:noFill/>
          <a:ln>
            <a:noFill/>
          </a:ln>
        </p:spPr>
        <p:txBody>
          <a:bodyPr anchorCtr="0" anchor="ctr" bIns="52500" lIns="105075" spcFirstLastPara="1" rIns="105075" wrap="square" tIns="52500">
            <a:spAutoFit/>
          </a:bodyPr>
          <a:lstStyle/>
          <a:p>
            <a:pPr indent="0" lvl="0" marL="0" marR="0" rtl="0" algn="l">
              <a:lnSpc>
                <a:spcPct val="90000"/>
              </a:lnSpc>
              <a:spcBef>
                <a:spcPts val="0"/>
              </a:spcBef>
              <a:spcAft>
                <a:spcPts val="0"/>
              </a:spcAft>
              <a:buClr>
                <a:srgbClr val="000000"/>
              </a:buClr>
              <a:buSzPts val="5712"/>
              <a:buFont typeface="Arial"/>
              <a:buNone/>
            </a:pPr>
            <a:r>
              <a:rPr b="0" i="0" lang="en-US" sz="4112" u="none" cap="none" strike="noStrike">
                <a:solidFill>
                  <a:schemeClr val="lt1"/>
                </a:solidFill>
                <a:latin typeface="Barlow Semi Condensed Black"/>
                <a:ea typeface="Barlow Semi Condensed Black"/>
                <a:cs typeface="Barlow Semi Condensed Black"/>
                <a:sym typeface="Barlow Semi Condensed Black"/>
              </a:rPr>
              <a:t>MAIN TITLE HERE</a:t>
            </a:r>
            <a:endParaRPr b="0" i="0" sz="4112" u="none" cap="none" strike="noStrike">
              <a:solidFill>
                <a:schemeClr val="lt1"/>
              </a:solidFill>
              <a:latin typeface="Barlow Semi Condensed Black"/>
              <a:ea typeface="Barlow Semi Condensed Black"/>
              <a:cs typeface="Barlow Semi Condensed Black"/>
              <a:sym typeface="Barlow Semi Condensed Black"/>
            </a:endParaRPr>
          </a:p>
          <a:p>
            <a:pPr indent="0" lvl="0" marL="0" marR="0" rtl="0" algn="l">
              <a:lnSpc>
                <a:spcPct val="90000"/>
              </a:lnSpc>
              <a:spcBef>
                <a:spcPts val="0"/>
              </a:spcBef>
              <a:spcAft>
                <a:spcPts val="0"/>
              </a:spcAft>
              <a:buClr>
                <a:schemeClr val="dk1"/>
              </a:buClr>
              <a:buSzPts val="5712"/>
              <a:buFont typeface="Arial"/>
              <a:buNone/>
            </a:pPr>
            <a:r>
              <a:rPr b="0" i="0" lang="en-US" sz="4112" u="none" cap="none" strike="noStrike">
                <a:solidFill>
                  <a:schemeClr val="lt1"/>
                </a:solidFill>
                <a:latin typeface="Barlow Semi Condensed Black"/>
                <a:ea typeface="Barlow Semi Condensed Black"/>
                <a:cs typeface="Barlow Semi Condensed Black"/>
                <a:sym typeface="Barlow Semi Condensed Black"/>
              </a:rPr>
              <a:t>MAIN TITLE HERE</a:t>
            </a:r>
            <a:endParaRPr b="0" i="0" sz="4112" u="none" cap="none" strike="noStrike">
              <a:solidFill>
                <a:schemeClr val="lt1"/>
              </a:solidFill>
              <a:latin typeface="Barlow Semi Condensed Black"/>
              <a:ea typeface="Barlow Semi Condensed Black"/>
              <a:cs typeface="Barlow Semi Condensed Black"/>
              <a:sym typeface="Barlow Semi Condensed Black"/>
            </a:endParaRPr>
          </a:p>
        </p:txBody>
      </p:sp>
      <p:sp>
        <p:nvSpPr>
          <p:cNvPr id="92" name="Google Shape;92;p13"/>
          <p:cNvSpPr/>
          <p:nvPr/>
        </p:nvSpPr>
        <p:spPr>
          <a:xfrm>
            <a:off x="279699" y="2062026"/>
            <a:ext cx="3263100" cy="449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1200"/>
              <a:buFont typeface="Arial"/>
              <a:buNone/>
            </a:pPr>
            <a:r>
              <a:rPr b="0" i="0" lang="en-US" sz="1000" u="none" cap="none" strike="noStrike">
                <a:solidFill>
                  <a:schemeClr val="lt1"/>
                </a:solidFill>
                <a:latin typeface="Inter Light"/>
                <a:ea typeface="Inter Light"/>
                <a:cs typeface="Inter Light"/>
                <a:sym typeface="Inter Light"/>
              </a:rPr>
              <a:t>Short Description Here Short Description Here Short Description Here Short Description Here </a:t>
            </a:r>
            <a:endParaRPr b="0" i="0" sz="1200" u="none" cap="none" strike="noStrike">
              <a:solidFill>
                <a:schemeClr val="lt1"/>
              </a:solidFill>
              <a:latin typeface="Arial"/>
              <a:ea typeface="Arial"/>
              <a:cs typeface="Arial"/>
              <a:sym typeface="Arial"/>
            </a:endParaRPr>
          </a:p>
        </p:txBody>
      </p:sp>
      <p:sp>
        <p:nvSpPr>
          <p:cNvPr id="93" name="Google Shape;93;p13"/>
          <p:cNvSpPr/>
          <p:nvPr/>
        </p:nvSpPr>
        <p:spPr>
          <a:xfrm>
            <a:off x="6098204" y="244200"/>
            <a:ext cx="1388400" cy="292800"/>
          </a:xfrm>
          <a:prstGeom prst="roundRect">
            <a:avLst>
              <a:gd fmla="val 50000" name="adj"/>
            </a:avLst>
          </a:prstGeom>
          <a:solidFill>
            <a:srgbClr val="BDBFFF">
              <a:alpha val="3803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2"/>
              <a:buFont typeface="Arial"/>
              <a:buNone/>
            </a:pPr>
            <a:r>
              <a:t/>
            </a:r>
            <a:endParaRPr b="0" i="0" sz="1102" u="none" cap="none" strike="noStrike">
              <a:solidFill>
                <a:srgbClr val="000000"/>
              </a:solidFill>
              <a:latin typeface="Calibri"/>
              <a:ea typeface="Calibri"/>
              <a:cs typeface="Calibri"/>
              <a:sym typeface="Calibri"/>
            </a:endParaRPr>
          </a:p>
        </p:txBody>
      </p:sp>
      <p:sp>
        <p:nvSpPr>
          <p:cNvPr id="94" name="Google Shape;94;p13"/>
          <p:cNvSpPr/>
          <p:nvPr/>
        </p:nvSpPr>
        <p:spPr>
          <a:xfrm>
            <a:off x="5725642" y="305375"/>
            <a:ext cx="1637700" cy="170400"/>
          </a:xfrm>
          <a:prstGeom prst="rect">
            <a:avLst/>
          </a:prstGeom>
          <a:noFill/>
          <a:ln>
            <a:noFill/>
          </a:ln>
        </p:spPr>
        <p:txBody>
          <a:bodyPr anchorCtr="0" anchor="t" bIns="26650" lIns="26650" spcFirstLastPara="1" rIns="26650" wrap="square" tIns="26650">
            <a:noAutofit/>
          </a:bodyPr>
          <a:lstStyle/>
          <a:p>
            <a:pPr indent="0" lvl="0" marL="0" marR="0" rtl="0" algn="r">
              <a:lnSpc>
                <a:spcPct val="100000"/>
              </a:lnSpc>
              <a:spcBef>
                <a:spcPts val="0"/>
              </a:spcBef>
              <a:spcAft>
                <a:spcPts val="0"/>
              </a:spcAft>
              <a:buClr>
                <a:srgbClr val="000000"/>
              </a:buClr>
              <a:buSzPts val="735"/>
              <a:buFont typeface="Arial"/>
              <a:buNone/>
            </a:pPr>
            <a:r>
              <a:rPr b="1" i="0" lang="en-US" sz="735" u="none" cap="none" strike="noStrike">
                <a:solidFill>
                  <a:srgbClr val="FFFFFF"/>
                </a:solidFill>
                <a:latin typeface="Barlow Semi Condensed ExtraBold"/>
                <a:ea typeface="Barlow Semi Condensed ExtraBold"/>
                <a:cs typeface="Barlow Semi Condensed ExtraBold"/>
                <a:sym typeface="Barlow Semi Condensed ExtraBold"/>
              </a:rPr>
              <a:t>MAIN TOPIC HERE</a:t>
            </a:r>
            <a:endParaRPr b="1" i="0" sz="735" u="none" cap="none" strike="noStrike">
              <a:solidFill>
                <a:srgbClr val="000000"/>
              </a:solidFill>
              <a:latin typeface="Barlow Semi Condensed ExtraBold"/>
              <a:ea typeface="Barlow Semi Condensed ExtraBold"/>
              <a:cs typeface="Barlow Semi Condensed ExtraBold"/>
              <a:sym typeface="Barlow Semi Condensed ExtraBold"/>
            </a:endParaRPr>
          </a:p>
        </p:txBody>
      </p:sp>
      <p:sp>
        <p:nvSpPr>
          <p:cNvPr id="95" name="Google Shape;95;p13"/>
          <p:cNvSpPr/>
          <p:nvPr/>
        </p:nvSpPr>
        <p:spPr>
          <a:xfrm>
            <a:off x="0" y="12748000"/>
            <a:ext cx="7772400" cy="967800"/>
          </a:xfrm>
          <a:prstGeom prst="roundRect">
            <a:avLst>
              <a:gd fmla="val 0" name="adj"/>
            </a:avLst>
          </a:prstGeom>
          <a:solidFill>
            <a:srgbClr val="0009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90"/>
              <a:buFont typeface="Arial"/>
              <a:buNone/>
            </a:pPr>
            <a:r>
              <a:t/>
            </a:r>
            <a:endParaRPr b="0" i="0" sz="1890" u="none" cap="none" strike="noStrike">
              <a:solidFill>
                <a:srgbClr val="FFFFFF"/>
              </a:solidFill>
              <a:latin typeface="Calibri"/>
              <a:ea typeface="Calibri"/>
              <a:cs typeface="Calibri"/>
              <a:sym typeface="Calibri"/>
            </a:endParaRPr>
          </a:p>
        </p:txBody>
      </p:sp>
      <p:sp>
        <p:nvSpPr>
          <p:cNvPr id="96" name="Google Shape;96;p13"/>
          <p:cNvSpPr txBox="1"/>
          <p:nvPr/>
        </p:nvSpPr>
        <p:spPr>
          <a:xfrm>
            <a:off x="285750" y="12870797"/>
            <a:ext cx="4662300" cy="1062000"/>
          </a:xfrm>
          <a:prstGeom prst="rect">
            <a:avLst/>
          </a:prstGeom>
          <a:noFill/>
          <a:ln>
            <a:noFill/>
          </a:ln>
        </p:spPr>
        <p:txBody>
          <a:bodyPr anchorCtr="0" anchor="ctr" bIns="52500" lIns="105075" spcFirstLastPara="1" rIns="105075" wrap="square" tIns="52500">
            <a:spAutoFit/>
          </a:bodyPr>
          <a:lstStyle/>
          <a:p>
            <a:pPr indent="0" lvl="0" marL="0" marR="0" rtl="0" algn="l">
              <a:lnSpc>
                <a:spcPct val="90000"/>
              </a:lnSpc>
              <a:spcBef>
                <a:spcPts val="0"/>
              </a:spcBef>
              <a:spcAft>
                <a:spcPts val="0"/>
              </a:spcAft>
              <a:buClr>
                <a:srgbClr val="000000"/>
              </a:buClr>
              <a:buSzPts val="2400"/>
              <a:buFont typeface="Arial"/>
              <a:buNone/>
            </a:pPr>
            <a:r>
              <a:rPr b="0" i="0" lang="en-US" sz="2300" u="none" cap="none" strike="noStrike">
                <a:solidFill>
                  <a:schemeClr val="lt1"/>
                </a:solidFill>
                <a:latin typeface="Barlow Semi Condensed Black"/>
                <a:ea typeface="Barlow Semi Condensed Black"/>
                <a:cs typeface="Barlow Semi Condensed Black"/>
                <a:sym typeface="Barlow Semi Condensed Black"/>
              </a:rPr>
              <a:t>WANT TO KNOW MORE?</a:t>
            </a:r>
            <a:endParaRPr b="0" i="0" sz="2300" u="none" cap="none" strike="noStrike">
              <a:solidFill>
                <a:schemeClr val="lt1"/>
              </a:solidFill>
              <a:latin typeface="Barlow Semi Condensed Black"/>
              <a:ea typeface="Barlow Semi Condensed Black"/>
              <a:cs typeface="Barlow Semi Condensed Black"/>
              <a:sym typeface="Barlow Semi Condensed Black"/>
            </a:endParaRPr>
          </a:p>
          <a:p>
            <a:pPr indent="0" lvl="0" marL="0" marR="0" rtl="0" algn="l">
              <a:lnSpc>
                <a:spcPct val="90000"/>
              </a:lnSpc>
              <a:spcBef>
                <a:spcPts val="0"/>
              </a:spcBef>
              <a:spcAft>
                <a:spcPts val="0"/>
              </a:spcAft>
              <a:buClr>
                <a:srgbClr val="000000"/>
              </a:buClr>
              <a:buSzPts val="2400"/>
              <a:buFont typeface="Arial"/>
              <a:buNone/>
            </a:pPr>
            <a:r>
              <a:rPr b="0" i="0" lang="en-US" sz="2300" u="none" cap="none" strike="noStrike">
                <a:solidFill>
                  <a:srgbClr val="AEF33E"/>
                </a:solidFill>
                <a:latin typeface="Barlow Semi Condensed Black"/>
                <a:ea typeface="Barlow Semi Condensed Black"/>
                <a:cs typeface="Barlow Semi Condensed Black"/>
                <a:sym typeface="Barlow Semi Condensed Black"/>
              </a:rPr>
              <a:t>LET’S CONNECT!</a:t>
            </a:r>
            <a:endParaRPr b="0" i="0" sz="2300" u="none" cap="none" strike="noStrike">
              <a:solidFill>
                <a:srgbClr val="AEF33E"/>
              </a:solidFill>
              <a:latin typeface="Barlow Semi Condensed Black"/>
              <a:ea typeface="Barlow Semi Condensed Black"/>
              <a:cs typeface="Barlow Semi Condensed Black"/>
              <a:sym typeface="Barlow Semi Condensed Black"/>
            </a:endParaRPr>
          </a:p>
          <a:p>
            <a:pPr indent="0" lvl="0" marL="0" marR="0" rtl="0" algn="l">
              <a:lnSpc>
                <a:spcPct val="90000"/>
              </a:lnSpc>
              <a:spcBef>
                <a:spcPts val="0"/>
              </a:spcBef>
              <a:spcAft>
                <a:spcPts val="0"/>
              </a:spcAft>
              <a:buClr>
                <a:srgbClr val="000000"/>
              </a:buClr>
              <a:buSzPts val="2400"/>
              <a:buFont typeface="Arial"/>
              <a:buNone/>
            </a:pPr>
            <a:r>
              <a:t/>
            </a:r>
            <a:endParaRPr b="0" i="0" sz="2300" u="none" cap="none" strike="noStrike">
              <a:solidFill>
                <a:schemeClr val="lt1"/>
              </a:solidFill>
              <a:latin typeface="Barlow Semi Condensed Black"/>
              <a:ea typeface="Barlow Semi Condensed Black"/>
              <a:cs typeface="Barlow Semi Condensed Black"/>
              <a:sym typeface="Barlow Semi Condensed Black"/>
            </a:endParaRPr>
          </a:p>
        </p:txBody>
      </p:sp>
      <p:sp>
        <p:nvSpPr>
          <p:cNvPr id="97" name="Google Shape;97;p13"/>
          <p:cNvSpPr txBox="1"/>
          <p:nvPr/>
        </p:nvSpPr>
        <p:spPr>
          <a:xfrm>
            <a:off x="5628925" y="13041825"/>
            <a:ext cx="1741800" cy="188100"/>
          </a:xfrm>
          <a:prstGeom prst="rect">
            <a:avLst/>
          </a:prstGeom>
          <a:noFill/>
          <a:ln>
            <a:noFill/>
          </a:ln>
        </p:spPr>
        <p:txBody>
          <a:bodyPr anchorCtr="0" anchor="t" bIns="26975" lIns="53975" spcFirstLastPara="1" rIns="53975" wrap="square" tIns="26975">
            <a:noAutofit/>
          </a:bodyPr>
          <a:lstStyle/>
          <a:p>
            <a:pPr indent="0" lvl="0" marL="0" marR="0" rtl="0" algn="r">
              <a:lnSpc>
                <a:spcPct val="90000"/>
              </a:lnSpc>
              <a:spcBef>
                <a:spcPts val="0"/>
              </a:spcBef>
              <a:spcAft>
                <a:spcPts val="0"/>
              </a:spcAft>
              <a:buClr>
                <a:srgbClr val="000000"/>
              </a:buClr>
              <a:buSzPts val="945"/>
              <a:buFont typeface="Arial"/>
              <a:buNone/>
            </a:pPr>
            <a:r>
              <a:rPr b="1" i="0" lang="en-US" sz="1045" u="none" cap="none" strike="noStrike">
                <a:solidFill>
                  <a:srgbClr val="FFFFFF"/>
                </a:solidFill>
                <a:latin typeface="Inter"/>
                <a:ea typeface="Inter"/>
                <a:cs typeface="Inter"/>
                <a:sym typeface="Inter"/>
              </a:rPr>
              <a:t>mail@aidigital.com</a:t>
            </a:r>
            <a:endParaRPr b="1" i="0" sz="1045" u="none" cap="none" strike="noStrike">
              <a:solidFill>
                <a:srgbClr val="000000"/>
              </a:solidFill>
              <a:latin typeface="Inter"/>
              <a:ea typeface="Inter"/>
              <a:cs typeface="Inter"/>
              <a:sym typeface="Inter"/>
            </a:endParaRPr>
          </a:p>
        </p:txBody>
      </p:sp>
      <p:sp>
        <p:nvSpPr>
          <p:cNvPr id="98" name="Google Shape;98;p13"/>
          <p:cNvSpPr txBox="1"/>
          <p:nvPr/>
        </p:nvSpPr>
        <p:spPr>
          <a:xfrm>
            <a:off x="5646318" y="13229920"/>
            <a:ext cx="1741800" cy="188100"/>
          </a:xfrm>
          <a:prstGeom prst="rect">
            <a:avLst/>
          </a:prstGeom>
          <a:noFill/>
          <a:ln>
            <a:noFill/>
          </a:ln>
        </p:spPr>
        <p:txBody>
          <a:bodyPr anchorCtr="0" anchor="t" bIns="26975" lIns="53975" spcFirstLastPara="1" rIns="53975" wrap="square" tIns="26975">
            <a:noAutofit/>
          </a:bodyPr>
          <a:lstStyle/>
          <a:p>
            <a:pPr indent="0" lvl="0" marL="0" marR="0" rtl="0" algn="r">
              <a:lnSpc>
                <a:spcPct val="90000"/>
              </a:lnSpc>
              <a:spcBef>
                <a:spcPts val="0"/>
              </a:spcBef>
              <a:spcAft>
                <a:spcPts val="0"/>
              </a:spcAft>
              <a:buClr>
                <a:srgbClr val="000000"/>
              </a:buClr>
              <a:buSzPts val="945"/>
              <a:buFont typeface="Arial"/>
              <a:buNone/>
            </a:pPr>
            <a:r>
              <a:rPr b="1" i="0" lang="en-US" sz="1045" u="none" cap="none" strike="noStrike">
                <a:solidFill>
                  <a:srgbClr val="FFFFFF"/>
                </a:solidFill>
                <a:latin typeface="Inter"/>
                <a:ea typeface="Inter"/>
                <a:cs typeface="Inter"/>
                <a:sym typeface="Inter"/>
              </a:rPr>
              <a:t>aidigital.com</a:t>
            </a:r>
            <a:endParaRPr b="1" i="0" sz="1045" u="none" cap="none" strike="noStrike">
              <a:solidFill>
                <a:srgbClr val="000000"/>
              </a:solidFill>
              <a:latin typeface="Inter"/>
              <a:ea typeface="Inter"/>
              <a:cs typeface="Inter"/>
              <a:sym typeface="Inter"/>
            </a:endParaRPr>
          </a:p>
        </p:txBody>
      </p:sp>
      <p:pic>
        <p:nvPicPr>
          <p:cNvPr descr="Wavy lime green ribbon with &quot;AI DIGITAL&quot; repeated in black text along its path on a white background." id="99" name="Google Shape;99;p13"/>
          <p:cNvPicPr preferRelativeResize="0"/>
          <p:nvPr/>
        </p:nvPicPr>
        <p:blipFill rotWithShape="1">
          <a:blip r:embed="rId4">
            <a:alphaModFix/>
          </a:blip>
          <a:srcRect b="30089" l="5916" r="16239" t="0"/>
          <a:stretch/>
        </p:blipFill>
        <p:spPr>
          <a:xfrm rot="-772685">
            <a:off x="3650725" y="818099"/>
            <a:ext cx="5327176" cy="1569701"/>
          </a:xfrm>
          <a:prstGeom prst="rect">
            <a:avLst/>
          </a:prstGeom>
          <a:noFill/>
          <a:ln>
            <a:noFill/>
          </a:ln>
        </p:spPr>
      </p:pic>
      <p:sp>
        <p:nvSpPr>
          <p:cNvPr id="100" name="Google Shape;100;p13"/>
          <p:cNvSpPr/>
          <p:nvPr/>
        </p:nvSpPr>
        <p:spPr>
          <a:xfrm>
            <a:off x="0" y="2749200"/>
            <a:ext cx="7772400" cy="1245300"/>
          </a:xfrm>
          <a:prstGeom prst="roundRect">
            <a:avLst>
              <a:gd fmla="val 0" name="adj"/>
            </a:avLst>
          </a:prstGeom>
          <a:solidFill>
            <a:srgbClr val="F9F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90"/>
              <a:buFont typeface="Arial"/>
              <a:buNone/>
            </a:pPr>
            <a:r>
              <a:t/>
            </a:r>
            <a:endParaRPr b="0" i="0" sz="1890"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CFF"/>
        </a:solidFill>
      </p:bgPr>
    </p:bg>
    <p:spTree>
      <p:nvGrpSpPr>
        <p:cNvPr id="105" name="Shape 105"/>
        <p:cNvGrpSpPr/>
        <p:nvPr/>
      </p:nvGrpSpPr>
      <p:grpSpPr>
        <a:xfrm>
          <a:off x="0" y="0"/>
          <a:ext cx="0" cy="0"/>
          <a:chOff x="0" y="0"/>
          <a:chExt cx="0" cy="0"/>
        </a:xfrm>
      </p:grpSpPr>
      <p:sp>
        <p:nvSpPr>
          <p:cNvPr id="106" name="Google Shape;106;p14"/>
          <p:cNvSpPr/>
          <p:nvPr/>
        </p:nvSpPr>
        <p:spPr>
          <a:xfrm>
            <a:off x="0" y="0"/>
            <a:ext cx="7772400" cy="4359600"/>
          </a:xfrm>
          <a:prstGeom prst="roundRect">
            <a:avLst>
              <a:gd fmla="val 0" name="adj"/>
            </a:avLst>
          </a:prstGeom>
          <a:solidFill>
            <a:srgbClr val="0009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90"/>
              <a:buFont typeface="Arial"/>
              <a:buNone/>
            </a:pPr>
            <a:r>
              <a:t/>
            </a:r>
            <a:endParaRPr b="0" i="0" sz="1890" u="none" cap="none" strike="noStrike">
              <a:solidFill>
                <a:srgbClr val="FFFFFF"/>
              </a:solidFill>
              <a:latin typeface="Calibri"/>
              <a:ea typeface="Calibri"/>
              <a:cs typeface="Calibri"/>
              <a:sym typeface="Calibri"/>
            </a:endParaRPr>
          </a:p>
        </p:txBody>
      </p:sp>
      <p:pic>
        <p:nvPicPr>
          <p:cNvPr id="107" name="Google Shape;107;p14"/>
          <p:cNvPicPr preferRelativeResize="0"/>
          <p:nvPr/>
        </p:nvPicPr>
        <p:blipFill rotWithShape="1">
          <a:blip r:embed="rId3">
            <a:alphaModFix/>
          </a:blip>
          <a:srcRect b="0" l="0" r="0" t="0"/>
          <a:stretch/>
        </p:blipFill>
        <p:spPr>
          <a:xfrm>
            <a:off x="285738" y="319837"/>
            <a:ext cx="925270" cy="141501"/>
          </a:xfrm>
          <a:prstGeom prst="rect">
            <a:avLst/>
          </a:prstGeom>
          <a:noFill/>
          <a:ln>
            <a:noFill/>
          </a:ln>
        </p:spPr>
      </p:pic>
      <p:sp>
        <p:nvSpPr>
          <p:cNvPr id="108" name="Google Shape;108;p14"/>
          <p:cNvSpPr txBox="1"/>
          <p:nvPr/>
        </p:nvSpPr>
        <p:spPr>
          <a:xfrm>
            <a:off x="163921" y="705739"/>
            <a:ext cx="6533400" cy="1245300"/>
          </a:xfrm>
          <a:prstGeom prst="rect">
            <a:avLst/>
          </a:prstGeom>
          <a:noFill/>
          <a:ln>
            <a:noFill/>
          </a:ln>
        </p:spPr>
        <p:txBody>
          <a:bodyPr anchorCtr="0" anchor="ctr" bIns="52500" lIns="105075" spcFirstLastPara="1" rIns="105075" wrap="square" tIns="52500">
            <a:spAutoFit/>
          </a:bodyPr>
          <a:lstStyle/>
          <a:p>
            <a:pPr indent="0" lvl="0" marL="0" marR="0" rtl="0" algn="l">
              <a:lnSpc>
                <a:spcPct val="90000"/>
              </a:lnSpc>
              <a:spcBef>
                <a:spcPts val="0"/>
              </a:spcBef>
              <a:spcAft>
                <a:spcPts val="0"/>
              </a:spcAft>
              <a:buClr>
                <a:srgbClr val="000000"/>
              </a:buClr>
              <a:buSzPts val="5712"/>
              <a:buFont typeface="Arial"/>
              <a:buNone/>
            </a:pPr>
            <a:r>
              <a:rPr b="0" i="0" lang="en-US" sz="4112" u="none" cap="none" strike="noStrike">
                <a:solidFill>
                  <a:schemeClr val="lt1"/>
                </a:solidFill>
                <a:latin typeface="Barlow Semi Condensed Black"/>
                <a:ea typeface="Barlow Semi Condensed Black"/>
                <a:cs typeface="Barlow Semi Condensed Black"/>
                <a:sym typeface="Barlow Semi Condensed Black"/>
              </a:rPr>
              <a:t>MAIN TITLE HERE</a:t>
            </a:r>
            <a:endParaRPr b="0" i="0" sz="4112" u="none" cap="none" strike="noStrike">
              <a:solidFill>
                <a:schemeClr val="lt1"/>
              </a:solidFill>
              <a:latin typeface="Barlow Semi Condensed Black"/>
              <a:ea typeface="Barlow Semi Condensed Black"/>
              <a:cs typeface="Barlow Semi Condensed Black"/>
              <a:sym typeface="Barlow Semi Condensed Black"/>
            </a:endParaRPr>
          </a:p>
          <a:p>
            <a:pPr indent="0" lvl="0" marL="0" marR="0" rtl="0" algn="l">
              <a:lnSpc>
                <a:spcPct val="90000"/>
              </a:lnSpc>
              <a:spcBef>
                <a:spcPts val="0"/>
              </a:spcBef>
              <a:spcAft>
                <a:spcPts val="0"/>
              </a:spcAft>
              <a:buClr>
                <a:schemeClr val="dk1"/>
              </a:buClr>
              <a:buSzPts val="5712"/>
              <a:buFont typeface="Arial"/>
              <a:buNone/>
            </a:pPr>
            <a:r>
              <a:rPr b="0" i="0" lang="en-US" sz="4112" u="none" cap="none" strike="noStrike">
                <a:solidFill>
                  <a:schemeClr val="lt1"/>
                </a:solidFill>
                <a:latin typeface="Barlow Semi Condensed Black"/>
                <a:ea typeface="Barlow Semi Condensed Black"/>
                <a:cs typeface="Barlow Semi Condensed Black"/>
                <a:sym typeface="Barlow Semi Condensed Black"/>
              </a:rPr>
              <a:t>MAIN TITLE HERE</a:t>
            </a:r>
            <a:endParaRPr b="0" i="0" sz="4112" u="none" cap="none" strike="noStrike">
              <a:solidFill>
                <a:schemeClr val="lt1"/>
              </a:solidFill>
              <a:latin typeface="Barlow Semi Condensed Black"/>
              <a:ea typeface="Barlow Semi Condensed Black"/>
              <a:cs typeface="Barlow Semi Condensed Black"/>
              <a:sym typeface="Barlow Semi Condensed Black"/>
            </a:endParaRPr>
          </a:p>
        </p:txBody>
      </p:sp>
      <p:sp>
        <p:nvSpPr>
          <p:cNvPr id="109" name="Google Shape;109;p14"/>
          <p:cNvSpPr/>
          <p:nvPr/>
        </p:nvSpPr>
        <p:spPr>
          <a:xfrm>
            <a:off x="279699" y="2062026"/>
            <a:ext cx="3263100" cy="449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1200"/>
              <a:buFont typeface="Arial"/>
              <a:buNone/>
            </a:pPr>
            <a:r>
              <a:rPr b="0" i="0" lang="en-US" sz="1000" u="none" cap="none" strike="noStrike">
                <a:solidFill>
                  <a:schemeClr val="lt1"/>
                </a:solidFill>
                <a:latin typeface="Inter Light"/>
                <a:ea typeface="Inter Light"/>
                <a:cs typeface="Inter Light"/>
                <a:sym typeface="Inter Light"/>
              </a:rPr>
              <a:t>Short Description Here Short Description Here Short Description Here Short Description Here </a:t>
            </a:r>
            <a:endParaRPr b="0" i="0" sz="1200" u="none" cap="none" strike="noStrike">
              <a:solidFill>
                <a:schemeClr val="lt1"/>
              </a:solidFill>
              <a:latin typeface="Arial"/>
              <a:ea typeface="Arial"/>
              <a:cs typeface="Arial"/>
              <a:sym typeface="Arial"/>
            </a:endParaRPr>
          </a:p>
        </p:txBody>
      </p:sp>
      <p:sp>
        <p:nvSpPr>
          <p:cNvPr id="110" name="Google Shape;110;p14"/>
          <p:cNvSpPr/>
          <p:nvPr/>
        </p:nvSpPr>
        <p:spPr>
          <a:xfrm>
            <a:off x="6098204" y="244200"/>
            <a:ext cx="1388400" cy="292800"/>
          </a:xfrm>
          <a:prstGeom prst="roundRect">
            <a:avLst>
              <a:gd fmla="val 50000" name="adj"/>
            </a:avLst>
          </a:prstGeom>
          <a:solidFill>
            <a:srgbClr val="BDBFFF">
              <a:alpha val="3803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2"/>
              <a:buFont typeface="Arial"/>
              <a:buNone/>
            </a:pPr>
            <a:r>
              <a:t/>
            </a:r>
            <a:endParaRPr b="0" i="0" sz="1102" u="none" cap="none" strike="noStrike">
              <a:solidFill>
                <a:srgbClr val="000000"/>
              </a:solidFill>
              <a:latin typeface="Calibri"/>
              <a:ea typeface="Calibri"/>
              <a:cs typeface="Calibri"/>
              <a:sym typeface="Calibri"/>
            </a:endParaRPr>
          </a:p>
        </p:txBody>
      </p:sp>
      <p:sp>
        <p:nvSpPr>
          <p:cNvPr id="111" name="Google Shape;111;p14"/>
          <p:cNvSpPr/>
          <p:nvPr/>
        </p:nvSpPr>
        <p:spPr>
          <a:xfrm>
            <a:off x="5725642" y="305375"/>
            <a:ext cx="1637700" cy="170400"/>
          </a:xfrm>
          <a:prstGeom prst="rect">
            <a:avLst/>
          </a:prstGeom>
          <a:noFill/>
          <a:ln>
            <a:noFill/>
          </a:ln>
        </p:spPr>
        <p:txBody>
          <a:bodyPr anchorCtr="0" anchor="t" bIns="26650" lIns="26650" spcFirstLastPara="1" rIns="26650" wrap="square" tIns="26650">
            <a:noAutofit/>
          </a:bodyPr>
          <a:lstStyle/>
          <a:p>
            <a:pPr indent="0" lvl="0" marL="0" marR="0" rtl="0" algn="r">
              <a:lnSpc>
                <a:spcPct val="100000"/>
              </a:lnSpc>
              <a:spcBef>
                <a:spcPts val="0"/>
              </a:spcBef>
              <a:spcAft>
                <a:spcPts val="0"/>
              </a:spcAft>
              <a:buClr>
                <a:srgbClr val="000000"/>
              </a:buClr>
              <a:buSzPts val="735"/>
              <a:buFont typeface="Arial"/>
              <a:buNone/>
            </a:pPr>
            <a:r>
              <a:rPr b="1" i="0" lang="en-US" sz="735" u="none" cap="none" strike="noStrike">
                <a:solidFill>
                  <a:srgbClr val="FFFFFF"/>
                </a:solidFill>
                <a:latin typeface="Barlow Semi Condensed ExtraBold"/>
                <a:ea typeface="Barlow Semi Condensed ExtraBold"/>
                <a:cs typeface="Barlow Semi Condensed ExtraBold"/>
                <a:sym typeface="Barlow Semi Condensed ExtraBold"/>
              </a:rPr>
              <a:t>MAIN TOPIC HERE</a:t>
            </a:r>
            <a:endParaRPr b="1" i="0" sz="735" u="none" cap="none" strike="noStrike">
              <a:solidFill>
                <a:srgbClr val="000000"/>
              </a:solidFill>
              <a:latin typeface="Barlow Semi Condensed ExtraBold"/>
              <a:ea typeface="Barlow Semi Condensed ExtraBold"/>
              <a:cs typeface="Barlow Semi Condensed ExtraBold"/>
              <a:sym typeface="Barlow Semi Condensed ExtraBold"/>
            </a:endParaRPr>
          </a:p>
        </p:txBody>
      </p:sp>
      <p:sp>
        <p:nvSpPr>
          <p:cNvPr id="112" name="Google Shape;112;p14"/>
          <p:cNvSpPr/>
          <p:nvPr/>
        </p:nvSpPr>
        <p:spPr>
          <a:xfrm>
            <a:off x="0" y="12748000"/>
            <a:ext cx="7772400" cy="967800"/>
          </a:xfrm>
          <a:prstGeom prst="roundRect">
            <a:avLst>
              <a:gd fmla="val 0" name="adj"/>
            </a:avLst>
          </a:prstGeom>
          <a:solidFill>
            <a:srgbClr val="0009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90"/>
              <a:buFont typeface="Arial"/>
              <a:buNone/>
            </a:pPr>
            <a:r>
              <a:t/>
            </a:r>
            <a:endParaRPr b="0" i="0" sz="1890" u="none" cap="none" strike="noStrike">
              <a:solidFill>
                <a:srgbClr val="FFFFFF"/>
              </a:solidFill>
              <a:latin typeface="Calibri"/>
              <a:ea typeface="Calibri"/>
              <a:cs typeface="Calibri"/>
              <a:sym typeface="Calibri"/>
            </a:endParaRPr>
          </a:p>
        </p:txBody>
      </p:sp>
      <p:sp>
        <p:nvSpPr>
          <p:cNvPr id="113" name="Google Shape;113;p14"/>
          <p:cNvSpPr txBox="1"/>
          <p:nvPr/>
        </p:nvSpPr>
        <p:spPr>
          <a:xfrm>
            <a:off x="285750" y="12870797"/>
            <a:ext cx="4662300" cy="1062000"/>
          </a:xfrm>
          <a:prstGeom prst="rect">
            <a:avLst/>
          </a:prstGeom>
          <a:noFill/>
          <a:ln>
            <a:noFill/>
          </a:ln>
        </p:spPr>
        <p:txBody>
          <a:bodyPr anchorCtr="0" anchor="ctr" bIns="52500" lIns="105075" spcFirstLastPara="1" rIns="105075" wrap="square" tIns="52500">
            <a:spAutoFit/>
          </a:bodyPr>
          <a:lstStyle/>
          <a:p>
            <a:pPr indent="0" lvl="0" marL="0" marR="0" rtl="0" algn="l">
              <a:lnSpc>
                <a:spcPct val="90000"/>
              </a:lnSpc>
              <a:spcBef>
                <a:spcPts val="0"/>
              </a:spcBef>
              <a:spcAft>
                <a:spcPts val="0"/>
              </a:spcAft>
              <a:buClr>
                <a:srgbClr val="000000"/>
              </a:buClr>
              <a:buSzPts val="2400"/>
              <a:buFont typeface="Arial"/>
              <a:buNone/>
            </a:pPr>
            <a:r>
              <a:rPr b="0" i="0" lang="en-US" sz="2300" u="none" cap="none" strike="noStrike">
                <a:solidFill>
                  <a:schemeClr val="lt1"/>
                </a:solidFill>
                <a:latin typeface="Barlow Semi Condensed Black"/>
                <a:ea typeface="Barlow Semi Condensed Black"/>
                <a:cs typeface="Barlow Semi Condensed Black"/>
                <a:sym typeface="Barlow Semi Condensed Black"/>
              </a:rPr>
              <a:t>WANT TO KNOW MORE?</a:t>
            </a:r>
            <a:endParaRPr b="0" i="0" sz="2300" u="none" cap="none" strike="noStrike">
              <a:solidFill>
                <a:schemeClr val="lt1"/>
              </a:solidFill>
              <a:latin typeface="Barlow Semi Condensed Black"/>
              <a:ea typeface="Barlow Semi Condensed Black"/>
              <a:cs typeface="Barlow Semi Condensed Black"/>
              <a:sym typeface="Barlow Semi Condensed Black"/>
            </a:endParaRPr>
          </a:p>
          <a:p>
            <a:pPr indent="0" lvl="0" marL="0" marR="0" rtl="0" algn="l">
              <a:lnSpc>
                <a:spcPct val="90000"/>
              </a:lnSpc>
              <a:spcBef>
                <a:spcPts val="0"/>
              </a:spcBef>
              <a:spcAft>
                <a:spcPts val="0"/>
              </a:spcAft>
              <a:buClr>
                <a:srgbClr val="000000"/>
              </a:buClr>
              <a:buSzPts val="2400"/>
              <a:buFont typeface="Arial"/>
              <a:buNone/>
            </a:pPr>
            <a:r>
              <a:rPr b="0" i="0" lang="en-US" sz="2300" u="none" cap="none" strike="noStrike">
                <a:solidFill>
                  <a:srgbClr val="AEF33E"/>
                </a:solidFill>
                <a:latin typeface="Barlow Semi Condensed Black"/>
                <a:ea typeface="Barlow Semi Condensed Black"/>
                <a:cs typeface="Barlow Semi Condensed Black"/>
                <a:sym typeface="Barlow Semi Condensed Black"/>
              </a:rPr>
              <a:t>LET’S CONNECT!</a:t>
            </a:r>
            <a:endParaRPr b="0" i="0" sz="2300" u="none" cap="none" strike="noStrike">
              <a:solidFill>
                <a:srgbClr val="AEF33E"/>
              </a:solidFill>
              <a:latin typeface="Barlow Semi Condensed Black"/>
              <a:ea typeface="Barlow Semi Condensed Black"/>
              <a:cs typeface="Barlow Semi Condensed Black"/>
              <a:sym typeface="Barlow Semi Condensed Black"/>
            </a:endParaRPr>
          </a:p>
          <a:p>
            <a:pPr indent="0" lvl="0" marL="0" marR="0" rtl="0" algn="l">
              <a:lnSpc>
                <a:spcPct val="90000"/>
              </a:lnSpc>
              <a:spcBef>
                <a:spcPts val="0"/>
              </a:spcBef>
              <a:spcAft>
                <a:spcPts val="0"/>
              </a:spcAft>
              <a:buClr>
                <a:srgbClr val="000000"/>
              </a:buClr>
              <a:buSzPts val="2400"/>
              <a:buFont typeface="Arial"/>
              <a:buNone/>
            </a:pPr>
            <a:r>
              <a:t/>
            </a:r>
            <a:endParaRPr b="0" i="0" sz="2300" u="none" cap="none" strike="noStrike">
              <a:solidFill>
                <a:schemeClr val="lt1"/>
              </a:solidFill>
              <a:latin typeface="Barlow Semi Condensed Black"/>
              <a:ea typeface="Barlow Semi Condensed Black"/>
              <a:cs typeface="Barlow Semi Condensed Black"/>
              <a:sym typeface="Barlow Semi Condensed Black"/>
            </a:endParaRPr>
          </a:p>
        </p:txBody>
      </p:sp>
      <p:sp>
        <p:nvSpPr>
          <p:cNvPr id="114" name="Google Shape;114;p14"/>
          <p:cNvSpPr txBox="1"/>
          <p:nvPr/>
        </p:nvSpPr>
        <p:spPr>
          <a:xfrm>
            <a:off x="5628925" y="13041825"/>
            <a:ext cx="1741800" cy="188100"/>
          </a:xfrm>
          <a:prstGeom prst="rect">
            <a:avLst/>
          </a:prstGeom>
          <a:noFill/>
          <a:ln>
            <a:noFill/>
          </a:ln>
        </p:spPr>
        <p:txBody>
          <a:bodyPr anchorCtr="0" anchor="t" bIns="26975" lIns="53975" spcFirstLastPara="1" rIns="53975" wrap="square" tIns="26975">
            <a:noAutofit/>
          </a:bodyPr>
          <a:lstStyle/>
          <a:p>
            <a:pPr indent="0" lvl="0" marL="0" marR="0" rtl="0" algn="r">
              <a:lnSpc>
                <a:spcPct val="90000"/>
              </a:lnSpc>
              <a:spcBef>
                <a:spcPts val="0"/>
              </a:spcBef>
              <a:spcAft>
                <a:spcPts val="0"/>
              </a:spcAft>
              <a:buClr>
                <a:srgbClr val="000000"/>
              </a:buClr>
              <a:buSzPts val="945"/>
              <a:buFont typeface="Arial"/>
              <a:buNone/>
            </a:pPr>
            <a:r>
              <a:rPr b="1" i="0" lang="en-US" sz="1045" u="none" cap="none" strike="noStrike">
                <a:solidFill>
                  <a:srgbClr val="FFFFFF"/>
                </a:solidFill>
                <a:latin typeface="Inter"/>
                <a:ea typeface="Inter"/>
                <a:cs typeface="Inter"/>
                <a:sym typeface="Inter"/>
              </a:rPr>
              <a:t>mail@aidigital.com</a:t>
            </a:r>
            <a:endParaRPr b="1" i="0" sz="1045" u="none" cap="none" strike="noStrike">
              <a:solidFill>
                <a:srgbClr val="000000"/>
              </a:solidFill>
              <a:latin typeface="Inter"/>
              <a:ea typeface="Inter"/>
              <a:cs typeface="Inter"/>
              <a:sym typeface="Inter"/>
            </a:endParaRPr>
          </a:p>
        </p:txBody>
      </p:sp>
      <p:sp>
        <p:nvSpPr>
          <p:cNvPr id="115" name="Google Shape;115;p14"/>
          <p:cNvSpPr txBox="1"/>
          <p:nvPr/>
        </p:nvSpPr>
        <p:spPr>
          <a:xfrm>
            <a:off x="5646318" y="13229920"/>
            <a:ext cx="1741800" cy="188100"/>
          </a:xfrm>
          <a:prstGeom prst="rect">
            <a:avLst/>
          </a:prstGeom>
          <a:noFill/>
          <a:ln>
            <a:noFill/>
          </a:ln>
        </p:spPr>
        <p:txBody>
          <a:bodyPr anchorCtr="0" anchor="t" bIns="26975" lIns="53975" spcFirstLastPara="1" rIns="53975" wrap="square" tIns="26975">
            <a:noAutofit/>
          </a:bodyPr>
          <a:lstStyle/>
          <a:p>
            <a:pPr indent="0" lvl="0" marL="0" marR="0" rtl="0" algn="r">
              <a:lnSpc>
                <a:spcPct val="90000"/>
              </a:lnSpc>
              <a:spcBef>
                <a:spcPts val="0"/>
              </a:spcBef>
              <a:spcAft>
                <a:spcPts val="0"/>
              </a:spcAft>
              <a:buClr>
                <a:srgbClr val="000000"/>
              </a:buClr>
              <a:buSzPts val="945"/>
              <a:buFont typeface="Arial"/>
              <a:buNone/>
            </a:pPr>
            <a:r>
              <a:rPr b="1" i="0" lang="en-US" sz="1045" u="none" cap="none" strike="noStrike">
                <a:solidFill>
                  <a:srgbClr val="FFFFFF"/>
                </a:solidFill>
                <a:latin typeface="Inter"/>
                <a:ea typeface="Inter"/>
                <a:cs typeface="Inter"/>
                <a:sym typeface="Inter"/>
              </a:rPr>
              <a:t>aidigital.com</a:t>
            </a:r>
            <a:endParaRPr b="1" i="0" sz="1045" u="none" cap="none" strike="noStrike">
              <a:solidFill>
                <a:srgbClr val="000000"/>
              </a:solidFill>
              <a:latin typeface="Inter"/>
              <a:ea typeface="Inter"/>
              <a:cs typeface="Inter"/>
              <a:sym typeface="Inter"/>
            </a:endParaRPr>
          </a:p>
        </p:txBody>
      </p:sp>
      <p:pic>
        <p:nvPicPr>
          <p:cNvPr descr="Wavy lime green ribbon with &quot;AI DIGITAL&quot; repeated in black text along its path on a white background." id="116" name="Google Shape;116;p14"/>
          <p:cNvPicPr preferRelativeResize="0"/>
          <p:nvPr/>
        </p:nvPicPr>
        <p:blipFill rotWithShape="1">
          <a:blip r:embed="rId4">
            <a:alphaModFix/>
          </a:blip>
          <a:srcRect b="0" l="1899" r="16234" t="0"/>
          <a:stretch/>
        </p:blipFill>
        <p:spPr>
          <a:xfrm rot="-772685">
            <a:off x="2638601" y="915885"/>
            <a:ext cx="5602174" cy="2245279"/>
          </a:xfrm>
          <a:prstGeom prst="rect">
            <a:avLst/>
          </a:prstGeom>
          <a:noFill/>
          <a:ln>
            <a:noFill/>
          </a:ln>
        </p:spPr>
      </p:pic>
      <p:grpSp>
        <p:nvGrpSpPr>
          <p:cNvPr id="117" name="Google Shape;117;p14"/>
          <p:cNvGrpSpPr/>
          <p:nvPr/>
        </p:nvGrpSpPr>
        <p:grpSpPr>
          <a:xfrm>
            <a:off x="442832" y="2729275"/>
            <a:ext cx="6920502" cy="1263900"/>
            <a:chOff x="596050" y="2729275"/>
            <a:chExt cx="6580300" cy="1263900"/>
          </a:xfrm>
        </p:grpSpPr>
        <p:sp>
          <p:nvSpPr>
            <p:cNvPr id="118" name="Google Shape;118;p14"/>
            <p:cNvSpPr/>
            <p:nvPr/>
          </p:nvSpPr>
          <p:spPr>
            <a:xfrm>
              <a:off x="596050" y="2729275"/>
              <a:ext cx="2062500" cy="1263900"/>
            </a:xfrm>
            <a:prstGeom prst="round2SameRect">
              <a:avLst>
                <a:gd fmla="val 7339" name="adj1"/>
                <a:gd fmla="val 7359" name="adj2"/>
              </a:avLst>
            </a:prstGeom>
            <a:solidFill>
              <a:srgbClr val="6E70E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9" name="Google Shape;119;p14"/>
            <p:cNvSpPr/>
            <p:nvPr/>
          </p:nvSpPr>
          <p:spPr>
            <a:xfrm>
              <a:off x="2854950" y="2729275"/>
              <a:ext cx="2062500" cy="1263900"/>
            </a:xfrm>
            <a:prstGeom prst="round2SameRect">
              <a:avLst>
                <a:gd fmla="val 7339" name="adj1"/>
                <a:gd fmla="val 7359" name="adj2"/>
              </a:avLst>
            </a:prstGeom>
            <a:solidFill>
              <a:srgbClr val="6E70E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0" name="Google Shape;120;p14"/>
            <p:cNvSpPr/>
            <p:nvPr/>
          </p:nvSpPr>
          <p:spPr>
            <a:xfrm>
              <a:off x="5113850" y="2729275"/>
              <a:ext cx="2062500" cy="1263900"/>
            </a:xfrm>
            <a:prstGeom prst="round2SameRect">
              <a:avLst>
                <a:gd fmla="val 7339" name="adj1"/>
                <a:gd fmla="val 7359" name="adj2"/>
              </a:avLst>
            </a:prstGeom>
            <a:solidFill>
              <a:srgbClr val="6E70E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21" name="Google Shape;121;p14"/>
          <p:cNvSpPr txBox="1"/>
          <p:nvPr/>
        </p:nvSpPr>
        <p:spPr>
          <a:xfrm>
            <a:off x="648875" y="2854550"/>
            <a:ext cx="726900" cy="338700"/>
          </a:xfrm>
          <a:prstGeom prst="rect">
            <a:avLst/>
          </a:prstGeom>
          <a:noFill/>
          <a:ln>
            <a:noFill/>
          </a:ln>
        </p:spPr>
        <p:txBody>
          <a:bodyPr anchorCtr="0" anchor="t" bIns="15825" lIns="31650" spcFirstLastPara="1" rIns="31650" wrap="square" tIns="15825">
            <a:spAutoFit/>
          </a:bodyPr>
          <a:lstStyle/>
          <a:p>
            <a:pPr indent="0" lvl="0" marL="0" marR="0" rtl="0" algn="l">
              <a:lnSpc>
                <a:spcPct val="100000"/>
              </a:lnSpc>
              <a:spcBef>
                <a:spcPts val="0"/>
              </a:spcBef>
              <a:spcAft>
                <a:spcPts val="0"/>
              </a:spcAft>
              <a:buClr>
                <a:srgbClr val="000000"/>
              </a:buClr>
              <a:buSzPts val="1661"/>
              <a:buFont typeface="Arial"/>
              <a:buNone/>
            </a:pPr>
            <a:r>
              <a:rPr b="0" i="0" lang="en-US" sz="1992" u="none" cap="none" strike="noStrike">
                <a:solidFill>
                  <a:srgbClr val="AEF33E"/>
                </a:solidFill>
                <a:latin typeface="Barlow Black"/>
                <a:ea typeface="Barlow Black"/>
                <a:cs typeface="Barlow Black"/>
                <a:sym typeface="Barlow Black"/>
              </a:rPr>
              <a:t>01</a:t>
            </a:r>
            <a:endParaRPr b="0" i="0" sz="838" u="none" cap="none" strike="noStrike">
              <a:solidFill>
                <a:srgbClr val="AEF33E"/>
              </a:solidFill>
              <a:latin typeface="Barlow Black"/>
              <a:ea typeface="Barlow Black"/>
              <a:cs typeface="Barlow Black"/>
              <a:sym typeface="Barlow Black"/>
            </a:endParaRPr>
          </a:p>
        </p:txBody>
      </p:sp>
      <p:sp>
        <p:nvSpPr>
          <p:cNvPr id="122" name="Google Shape;122;p14"/>
          <p:cNvSpPr/>
          <p:nvPr/>
        </p:nvSpPr>
        <p:spPr>
          <a:xfrm>
            <a:off x="648874" y="3193250"/>
            <a:ext cx="16905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635"/>
              <a:buFont typeface="Arial"/>
              <a:buNone/>
            </a:pPr>
            <a:r>
              <a:rPr b="1" i="0" lang="en-US" sz="1635" u="none" cap="none" strike="noStrike">
                <a:solidFill>
                  <a:schemeClr val="lt1"/>
                </a:solidFill>
                <a:latin typeface="Barlow Semi Condensed ExtraBold"/>
                <a:ea typeface="Barlow Semi Condensed ExtraBold"/>
                <a:cs typeface="Barlow Semi Condensed ExtraBold"/>
                <a:sym typeface="Barlow Semi Condensed ExtraBold"/>
              </a:rPr>
              <a:t>TEXT BOX TITLE</a:t>
            </a:r>
            <a:endParaRPr b="1" i="0" sz="1635" u="none" cap="none" strike="noStrike">
              <a:solidFill>
                <a:schemeClr val="lt1"/>
              </a:solidFill>
              <a:latin typeface="Barlow Semi Condensed ExtraBold"/>
              <a:ea typeface="Barlow Semi Condensed ExtraBold"/>
              <a:cs typeface="Barlow Semi Condensed ExtraBold"/>
              <a:sym typeface="Barlow Semi Condensed ExtraBold"/>
            </a:endParaRPr>
          </a:p>
        </p:txBody>
      </p:sp>
      <p:sp>
        <p:nvSpPr>
          <p:cNvPr id="123" name="Google Shape;123;p14"/>
          <p:cNvSpPr/>
          <p:nvPr/>
        </p:nvSpPr>
        <p:spPr>
          <a:xfrm>
            <a:off x="663944" y="3507964"/>
            <a:ext cx="1533000" cy="3969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700"/>
              <a:buFont typeface="Arial"/>
              <a:buNone/>
            </a:pPr>
            <a:r>
              <a:rPr b="0" i="0" lang="en-US" sz="700" u="none" cap="none" strike="noStrike">
                <a:solidFill>
                  <a:schemeClr val="lt1"/>
                </a:solidFill>
                <a:latin typeface="Inter Light"/>
                <a:ea typeface="Inter Light"/>
                <a:cs typeface="Inter Light"/>
                <a:sym typeface="Inter Light"/>
              </a:rPr>
              <a:t>Short text here Short text here Short text here</a:t>
            </a:r>
            <a:endParaRPr b="0" i="0" sz="900" u="none" cap="none" strike="noStrike">
              <a:solidFill>
                <a:schemeClr val="lt1"/>
              </a:solidFill>
              <a:latin typeface="Arial"/>
              <a:ea typeface="Arial"/>
              <a:cs typeface="Arial"/>
              <a:sym typeface="Arial"/>
            </a:endParaRPr>
          </a:p>
        </p:txBody>
      </p:sp>
      <p:sp>
        <p:nvSpPr>
          <p:cNvPr id="124" name="Google Shape;124;p14"/>
          <p:cNvSpPr txBox="1"/>
          <p:nvPr/>
        </p:nvSpPr>
        <p:spPr>
          <a:xfrm>
            <a:off x="3040950" y="2836063"/>
            <a:ext cx="726900" cy="338700"/>
          </a:xfrm>
          <a:prstGeom prst="rect">
            <a:avLst/>
          </a:prstGeom>
          <a:noFill/>
          <a:ln>
            <a:noFill/>
          </a:ln>
        </p:spPr>
        <p:txBody>
          <a:bodyPr anchorCtr="0" anchor="t" bIns="15825" lIns="31650" spcFirstLastPara="1" rIns="31650" wrap="square" tIns="15825">
            <a:spAutoFit/>
          </a:bodyPr>
          <a:lstStyle/>
          <a:p>
            <a:pPr indent="0" lvl="0" marL="0" marR="0" rtl="0" algn="l">
              <a:lnSpc>
                <a:spcPct val="100000"/>
              </a:lnSpc>
              <a:spcBef>
                <a:spcPts val="0"/>
              </a:spcBef>
              <a:spcAft>
                <a:spcPts val="0"/>
              </a:spcAft>
              <a:buClr>
                <a:srgbClr val="000000"/>
              </a:buClr>
              <a:buSzPts val="1661"/>
              <a:buFont typeface="Arial"/>
              <a:buNone/>
            </a:pPr>
            <a:r>
              <a:rPr b="0" i="0" lang="en-US" sz="1992" u="none" cap="none" strike="noStrike">
                <a:solidFill>
                  <a:srgbClr val="AEF33E"/>
                </a:solidFill>
                <a:latin typeface="Barlow Black"/>
                <a:ea typeface="Barlow Black"/>
                <a:cs typeface="Barlow Black"/>
                <a:sym typeface="Barlow Black"/>
              </a:rPr>
              <a:t>02</a:t>
            </a:r>
            <a:endParaRPr b="0" i="0" sz="838" u="none" cap="none" strike="noStrike">
              <a:solidFill>
                <a:srgbClr val="AEF33E"/>
              </a:solidFill>
              <a:latin typeface="Barlow Black"/>
              <a:ea typeface="Barlow Black"/>
              <a:cs typeface="Barlow Black"/>
              <a:sym typeface="Barlow Black"/>
            </a:endParaRPr>
          </a:p>
        </p:txBody>
      </p:sp>
      <p:sp>
        <p:nvSpPr>
          <p:cNvPr id="125" name="Google Shape;125;p14"/>
          <p:cNvSpPr/>
          <p:nvPr/>
        </p:nvSpPr>
        <p:spPr>
          <a:xfrm>
            <a:off x="3040949" y="3174763"/>
            <a:ext cx="16905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635"/>
              <a:buFont typeface="Arial"/>
              <a:buNone/>
            </a:pPr>
            <a:r>
              <a:rPr b="1" i="0" lang="en-US" sz="1635" u="none" cap="none" strike="noStrike">
                <a:solidFill>
                  <a:schemeClr val="lt1"/>
                </a:solidFill>
                <a:latin typeface="Barlow Semi Condensed ExtraBold"/>
                <a:ea typeface="Barlow Semi Condensed ExtraBold"/>
                <a:cs typeface="Barlow Semi Condensed ExtraBold"/>
                <a:sym typeface="Barlow Semi Condensed ExtraBold"/>
              </a:rPr>
              <a:t>TEXT BOX TITLE</a:t>
            </a:r>
            <a:endParaRPr b="1" i="0" sz="1635" u="none" cap="none" strike="noStrike">
              <a:solidFill>
                <a:schemeClr val="lt1"/>
              </a:solidFill>
              <a:latin typeface="Barlow Semi Condensed ExtraBold"/>
              <a:ea typeface="Barlow Semi Condensed ExtraBold"/>
              <a:cs typeface="Barlow Semi Condensed ExtraBold"/>
              <a:sym typeface="Barlow Semi Condensed ExtraBold"/>
            </a:endParaRPr>
          </a:p>
        </p:txBody>
      </p:sp>
      <p:sp>
        <p:nvSpPr>
          <p:cNvPr id="126" name="Google Shape;126;p14"/>
          <p:cNvSpPr/>
          <p:nvPr/>
        </p:nvSpPr>
        <p:spPr>
          <a:xfrm>
            <a:off x="3056019" y="3489477"/>
            <a:ext cx="1533000" cy="3969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700"/>
              <a:buFont typeface="Arial"/>
              <a:buNone/>
            </a:pPr>
            <a:r>
              <a:rPr b="0" i="0" lang="en-US" sz="700" u="none" cap="none" strike="noStrike">
                <a:solidFill>
                  <a:schemeClr val="lt1"/>
                </a:solidFill>
                <a:latin typeface="Inter Light"/>
                <a:ea typeface="Inter Light"/>
                <a:cs typeface="Inter Light"/>
                <a:sym typeface="Inter Light"/>
              </a:rPr>
              <a:t>Short text here Short text here Short text here</a:t>
            </a:r>
            <a:endParaRPr b="0" i="0" sz="900" u="none" cap="none" strike="noStrike">
              <a:solidFill>
                <a:schemeClr val="lt1"/>
              </a:solidFill>
              <a:latin typeface="Arial"/>
              <a:ea typeface="Arial"/>
              <a:cs typeface="Arial"/>
              <a:sym typeface="Arial"/>
            </a:endParaRPr>
          </a:p>
        </p:txBody>
      </p:sp>
      <p:sp>
        <p:nvSpPr>
          <p:cNvPr id="127" name="Google Shape;127;p14"/>
          <p:cNvSpPr txBox="1"/>
          <p:nvPr/>
        </p:nvSpPr>
        <p:spPr>
          <a:xfrm>
            <a:off x="5448100" y="2836063"/>
            <a:ext cx="726900" cy="338700"/>
          </a:xfrm>
          <a:prstGeom prst="rect">
            <a:avLst/>
          </a:prstGeom>
          <a:noFill/>
          <a:ln>
            <a:noFill/>
          </a:ln>
        </p:spPr>
        <p:txBody>
          <a:bodyPr anchorCtr="0" anchor="t" bIns="15825" lIns="31650" spcFirstLastPara="1" rIns="31650" wrap="square" tIns="15825">
            <a:spAutoFit/>
          </a:bodyPr>
          <a:lstStyle/>
          <a:p>
            <a:pPr indent="0" lvl="0" marL="0" marR="0" rtl="0" algn="l">
              <a:lnSpc>
                <a:spcPct val="100000"/>
              </a:lnSpc>
              <a:spcBef>
                <a:spcPts val="0"/>
              </a:spcBef>
              <a:spcAft>
                <a:spcPts val="0"/>
              </a:spcAft>
              <a:buClr>
                <a:srgbClr val="000000"/>
              </a:buClr>
              <a:buSzPts val="1661"/>
              <a:buFont typeface="Arial"/>
              <a:buNone/>
            </a:pPr>
            <a:r>
              <a:rPr b="0" i="0" lang="en-US" sz="1992" u="none" cap="none" strike="noStrike">
                <a:solidFill>
                  <a:srgbClr val="AEF33E"/>
                </a:solidFill>
                <a:latin typeface="Barlow Black"/>
                <a:ea typeface="Barlow Black"/>
                <a:cs typeface="Barlow Black"/>
                <a:sym typeface="Barlow Black"/>
              </a:rPr>
              <a:t>03</a:t>
            </a:r>
            <a:endParaRPr b="0" i="0" sz="838" u="none" cap="none" strike="noStrike">
              <a:solidFill>
                <a:srgbClr val="AEF33E"/>
              </a:solidFill>
              <a:latin typeface="Barlow Black"/>
              <a:ea typeface="Barlow Black"/>
              <a:cs typeface="Barlow Black"/>
              <a:sym typeface="Barlow Black"/>
            </a:endParaRPr>
          </a:p>
        </p:txBody>
      </p:sp>
      <p:sp>
        <p:nvSpPr>
          <p:cNvPr id="128" name="Google Shape;128;p14"/>
          <p:cNvSpPr/>
          <p:nvPr/>
        </p:nvSpPr>
        <p:spPr>
          <a:xfrm>
            <a:off x="5448099" y="3174763"/>
            <a:ext cx="16905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635"/>
              <a:buFont typeface="Arial"/>
              <a:buNone/>
            </a:pPr>
            <a:r>
              <a:rPr b="1" i="0" lang="en-US" sz="1635" u="none" cap="none" strike="noStrike">
                <a:solidFill>
                  <a:schemeClr val="lt1"/>
                </a:solidFill>
                <a:latin typeface="Barlow Semi Condensed ExtraBold"/>
                <a:ea typeface="Barlow Semi Condensed ExtraBold"/>
                <a:cs typeface="Barlow Semi Condensed ExtraBold"/>
                <a:sym typeface="Barlow Semi Condensed ExtraBold"/>
              </a:rPr>
              <a:t>TEXT BOX TITLE</a:t>
            </a:r>
            <a:endParaRPr b="1" i="0" sz="1635" u="none" cap="none" strike="noStrike">
              <a:solidFill>
                <a:schemeClr val="lt1"/>
              </a:solidFill>
              <a:latin typeface="Barlow Semi Condensed ExtraBold"/>
              <a:ea typeface="Barlow Semi Condensed ExtraBold"/>
              <a:cs typeface="Barlow Semi Condensed ExtraBold"/>
              <a:sym typeface="Barlow Semi Condensed ExtraBold"/>
            </a:endParaRPr>
          </a:p>
        </p:txBody>
      </p:sp>
      <p:sp>
        <p:nvSpPr>
          <p:cNvPr id="129" name="Google Shape;129;p14"/>
          <p:cNvSpPr/>
          <p:nvPr/>
        </p:nvSpPr>
        <p:spPr>
          <a:xfrm>
            <a:off x="5463169" y="3489477"/>
            <a:ext cx="1533000" cy="3969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700"/>
              <a:buFont typeface="Arial"/>
              <a:buNone/>
            </a:pPr>
            <a:r>
              <a:rPr b="0" i="0" lang="en-US" sz="700" u="none" cap="none" strike="noStrike">
                <a:solidFill>
                  <a:schemeClr val="lt1"/>
                </a:solidFill>
                <a:latin typeface="Inter Light"/>
                <a:ea typeface="Inter Light"/>
                <a:cs typeface="Inter Light"/>
                <a:sym typeface="Inter Light"/>
              </a:rPr>
              <a:t>Short text here Short text here Short text here</a:t>
            </a:r>
            <a:endParaRPr b="0" i="0" sz="9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CFF"/>
        </a:solidFill>
      </p:bgPr>
    </p:bg>
    <p:spTree>
      <p:nvGrpSpPr>
        <p:cNvPr id="134" name="Shape 134"/>
        <p:cNvGrpSpPr/>
        <p:nvPr/>
      </p:nvGrpSpPr>
      <p:grpSpPr>
        <a:xfrm>
          <a:off x="0" y="0"/>
          <a:ext cx="0" cy="0"/>
          <a:chOff x="0" y="0"/>
          <a:chExt cx="0" cy="0"/>
        </a:xfrm>
      </p:grpSpPr>
      <p:sp>
        <p:nvSpPr>
          <p:cNvPr id="135" name="Google Shape;135;p15"/>
          <p:cNvSpPr/>
          <p:nvPr/>
        </p:nvSpPr>
        <p:spPr>
          <a:xfrm>
            <a:off x="0" y="0"/>
            <a:ext cx="7772400" cy="763800"/>
          </a:xfrm>
          <a:prstGeom prst="roundRect">
            <a:avLst>
              <a:gd fmla="val 0" name="adj"/>
            </a:avLst>
          </a:prstGeom>
          <a:solidFill>
            <a:srgbClr val="0009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90"/>
              <a:buFont typeface="Arial"/>
              <a:buNone/>
            </a:pPr>
            <a:r>
              <a:t/>
            </a:r>
            <a:endParaRPr b="0" i="0" sz="1890" u="none" cap="none" strike="noStrike">
              <a:solidFill>
                <a:srgbClr val="FFFFFF"/>
              </a:solidFill>
              <a:latin typeface="Calibri"/>
              <a:ea typeface="Calibri"/>
              <a:cs typeface="Calibri"/>
              <a:sym typeface="Calibri"/>
            </a:endParaRPr>
          </a:p>
        </p:txBody>
      </p:sp>
      <p:sp>
        <p:nvSpPr>
          <p:cNvPr id="136" name="Google Shape;136;p15"/>
          <p:cNvSpPr/>
          <p:nvPr/>
        </p:nvSpPr>
        <p:spPr>
          <a:xfrm>
            <a:off x="0" y="763800"/>
            <a:ext cx="7772400" cy="11100"/>
          </a:xfrm>
          <a:prstGeom prst="rect">
            <a:avLst/>
          </a:prstGeom>
          <a:solidFill>
            <a:srgbClr val="0009DC"/>
          </a:solidFill>
          <a:ln cap="flat" cmpd="sng" w="9525">
            <a:solidFill>
              <a:srgbClr val="0009D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7" name="Google Shape;137;p15"/>
          <p:cNvSpPr txBox="1"/>
          <p:nvPr/>
        </p:nvSpPr>
        <p:spPr>
          <a:xfrm>
            <a:off x="397400" y="970200"/>
            <a:ext cx="3099600" cy="1214400"/>
          </a:xfrm>
          <a:prstGeom prst="rect">
            <a:avLst/>
          </a:prstGeom>
          <a:noFill/>
          <a:ln>
            <a:noFill/>
          </a:ln>
        </p:spPr>
        <p:txBody>
          <a:bodyPr anchorCtr="0" anchor="ctr" bIns="52500" lIns="105075" spcFirstLastPara="1" rIns="105075" wrap="square" tIns="52500">
            <a:spAutoFit/>
          </a:bodyPr>
          <a:lstStyle/>
          <a:p>
            <a:pPr indent="0" lvl="0" marL="0" marR="0" rtl="0" algn="l">
              <a:lnSpc>
                <a:spcPct val="90000"/>
              </a:lnSpc>
              <a:spcBef>
                <a:spcPts val="0"/>
              </a:spcBef>
              <a:spcAft>
                <a:spcPts val="0"/>
              </a:spcAft>
              <a:buClr>
                <a:srgbClr val="000000"/>
              </a:buClr>
              <a:buSzPts val="7012"/>
              <a:buFont typeface="Arial"/>
              <a:buNone/>
            </a:pPr>
            <a:r>
              <a:rPr b="0" i="0" lang="en-US" sz="4000" u="none" cap="none" strike="noStrike">
                <a:solidFill>
                  <a:srgbClr val="0009DC"/>
                </a:solidFill>
                <a:latin typeface="Barlow Semi Condensed Black"/>
                <a:ea typeface="Barlow Semi Condensed Black"/>
                <a:cs typeface="Barlow Semi Condensed Black"/>
                <a:sym typeface="Barlow Semi Condensed Black"/>
              </a:rPr>
              <a:t>MAIN TITLE  HERE</a:t>
            </a:r>
            <a:endParaRPr b="0" i="0" sz="4000"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138" name="Google Shape;138;p15"/>
          <p:cNvSpPr/>
          <p:nvPr/>
        </p:nvSpPr>
        <p:spPr>
          <a:xfrm>
            <a:off x="3835875" y="1042650"/>
            <a:ext cx="3258900" cy="5523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1200"/>
              <a:buFont typeface="Arial"/>
              <a:buNone/>
            </a:pPr>
            <a:r>
              <a:rPr b="0" i="0" lang="en-US" sz="1200" u="none" cap="none" strike="noStrike">
                <a:solidFill>
                  <a:schemeClr val="dk1"/>
                </a:solidFill>
                <a:latin typeface="Inter Light"/>
                <a:ea typeface="Inter Light"/>
                <a:cs typeface="Inter Light"/>
                <a:sym typeface="Inter Light"/>
              </a:rPr>
              <a:t>Short Description Here Short Description Here Short Description Here Short Description Here </a:t>
            </a:r>
            <a:endParaRPr b="0" i="0" sz="1400" u="none" cap="none" strike="noStrike">
              <a:solidFill>
                <a:schemeClr val="dk1"/>
              </a:solidFill>
              <a:latin typeface="Arial"/>
              <a:ea typeface="Arial"/>
              <a:cs typeface="Arial"/>
              <a:sym typeface="Arial"/>
            </a:endParaRPr>
          </a:p>
        </p:txBody>
      </p:sp>
      <p:sp>
        <p:nvSpPr>
          <p:cNvPr id="139" name="Google Shape;139;p15"/>
          <p:cNvSpPr/>
          <p:nvPr/>
        </p:nvSpPr>
        <p:spPr>
          <a:xfrm>
            <a:off x="0" y="12696825"/>
            <a:ext cx="7772400" cy="1019100"/>
          </a:xfrm>
          <a:prstGeom prst="roundRect">
            <a:avLst>
              <a:gd fmla="val 0" name="adj"/>
            </a:avLst>
          </a:prstGeom>
          <a:solidFill>
            <a:srgbClr val="0009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90"/>
              <a:buFont typeface="Arial"/>
              <a:buNone/>
            </a:pPr>
            <a:r>
              <a:t/>
            </a:r>
            <a:endParaRPr b="0" i="0" sz="1890" u="none" cap="none" strike="noStrike">
              <a:solidFill>
                <a:srgbClr val="FFFFFF"/>
              </a:solidFill>
              <a:latin typeface="Calibri"/>
              <a:ea typeface="Calibri"/>
              <a:cs typeface="Calibri"/>
              <a:sym typeface="Calibri"/>
            </a:endParaRPr>
          </a:p>
        </p:txBody>
      </p:sp>
      <p:sp>
        <p:nvSpPr>
          <p:cNvPr id="140" name="Google Shape;140;p15"/>
          <p:cNvSpPr txBox="1"/>
          <p:nvPr/>
        </p:nvSpPr>
        <p:spPr>
          <a:xfrm>
            <a:off x="238025" y="12987075"/>
            <a:ext cx="3258900" cy="438600"/>
          </a:xfrm>
          <a:prstGeom prst="rect">
            <a:avLst/>
          </a:prstGeom>
          <a:noFill/>
          <a:ln>
            <a:noFill/>
          </a:ln>
        </p:spPr>
        <p:txBody>
          <a:bodyPr anchorCtr="0" anchor="ctr" bIns="52500" lIns="105075" spcFirstLastPara="1" rIns="105075" wrap="square" tIns="52500">
            <a:sp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lt1"/>
                </a:solidFill>
                <a:latin typeface="Barlow Semi Condensed Black"/>
                <a:ea typeface="Barlow Semi Condensed Black"/>
                <a:cs typeface="Barlow Semi Condensed Black"/>
                <a:sym typeface="Barlow Semi Condensed Black"/>
              </a:rPr>
              <a:t>WANT TO KNOW MORE?</a:t>
            </a:r>
            <a:endParaRPr b="0" i="0" sz="2400" u="none" cap="none" strike="noStrike">
              <a:solidFill>
                <a:srgbClr val="FFFFFF"/>
              </a:solidFill>
              <a:latin typeface="Barlow Semi Condensed Black"/>
              <a:ea typeface="Barlow Semi Condensed Black"/>
              <a:cs typeface="Barlow Semi Condensed Black"/>
              <a:sym typeface="Barlow Semi Condensed Black"/>
            </a:endParaRPr>
          </a:p>
        </p:txBody>
      </p:sp>
      <p:sp>
        <p:nvSpPr>
          <p:cNvPr id="141" name="Google Shape;141;p15"/>
          <p:cNvSpPr/>
          <p:nvPr/>
        </p:nvSpPr>
        <p:spPr>
          <a:xfrm>
            <a:off x="3531825" y="12910475"/>
            <a:ext cx="3867000" cy="261000"/>
          </a:xfrm>
          <a:prstGeom prst="roundRect">
            <a:avLst>
              <a:gd fmla="val 50000" name="adj"/>
            </a:avLst>
          </a:prstGeom>
          <a:solidFill>
            <a:srgbClr val="AEF33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US" sz="1100" u="none" cap="none" strike="noStrike">
                <a:solidFill>
                  <a:schemeClr val="dk1"/>
                </a:solidFill>
                <a:latin typeface="Inter"/>
                <a:ea typeface="Inter"/>
                <a:cs typeface="Inter"/>
                <a:sym typeface="Inter"/>
              </a:rPr>
              <a:t>Lets connect!</a:t>
            </a:r>
            <a:endParaRPr b="1" i="0" sz="1100" u="none" cap="none" strike="noStrike">
              <a:solidFill>
                <a:schemeClr val="dk1"/>
              </a:solidFill>
              <a:latin typeface="Inter"/>
              <a:ea typeface="Inter"/>
              <a:cs typeface="Inter"/>
              <a:sym typeface="Inter"/>
            </a:endParaRPr>
          </a:p>
        </p:txBody>
      </p:sp>
      <p:sp>
        <p:nvSpPr>
          <p:cNvPr id="142" name="Google Shape;142;p15"/>
          <p:cNvSpPr/>
          <p:nvPr/>
        </p:nvSpPr>
        <p:spPr>
          <a:xfrm>
            <a:off x="5068250" y="217950"/>
            <a:ext cx="2399400" cy="278100"/>
          </a:xfrm>
          <a:prstGeom prst="roundRect">
            <a:avLst>
              <a:gd fmla="val 50000" name="adj"/>
            </a:avLst>
          </a:prstGeom>
          <a:solidFill>
            <a:srgbClr val="FF7CF5"/>
          </a:solid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Barlow Semi Condensed Black"/>
                <a:ea typeface="Barlow Semi Condensed Black"/>
                <a:cs typeface="Barlow Semi Condensed Black"/>
                <a:sym typeface="Barlow Semi Condensed Black"/>
              </a:rPr>
              <a:t>MAIN TOPIC HERE</a:t>
            </a:r>
            <a:endParaRPr b="0" i="0" sz="1200" u="none" cap="none" strike="noStrike">
              <a:solidFill>
                <a:schemeClr val="lt1"/>
              </a:solidFill>
              <a:latin typeface="Barlow Semi Condensed Black"/>
              <a:ea typeface="Barlow Semi Condensed Black"/>
              <a:cs typeface="Barlow Semi Condensed Black"/>
              <a:sym typeface="Barlow Semi Condensed Black"/>
            </a:endParaRPr>
          </a:p>
        </p:txBody>
      </p:sp>
      <p:sp>
        <p:nvSpPr>
          <p:cNvPr id="143" name="Google Shape;143;p15"/>
          <p:cNvSpPr/>
          <p:nvPr/>
        </p:nvSpPr>
        <p:spPr>
          <a:xfrm>
            <a:off x="6215575" y="13231725"/>
            <a:ext cx="1183200" cy="292800"/>
          </a:xfrm>
          <a:prstGeom prst="roundRect">
            <a:avLst>
              <a:gd fmla="val 50000" name="adj"/>
            </a:avLst>
          </a:prstGeom>
          <a:solidFill>
            <a:srgbClr val="FFFFFF">
              <a:alpha val="2470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2"/>
              <a:buFont typeface="Arial"/>
              <a:buNone/>
            </a:pPr>
            <a:r>
              <a:t/>
            </a:r>
            <a:endParaRPr b="0" i="0" sz="1102" u="none" cap="none" strike="noStrike">
              <a:solidFill>
                <a:srgbClr val="000000"/>
              </a:solidFill>
              <a:latin typeface="Calibri"/>
              <a:ea typeface="Calibri"/>
              <a:cs typeface="Calibri"/>
              <a:sym typeface="Calibri"/>
            </a:endParaRPr>
          </a:p>
        </p:txBody>
      </p:sp>
      <p:sp>
        <p:nvSpPr>
          <p:cNvPr id="144" name="Google Shape;144;p15"/>
          <p:cNvSpPr txBox="1"/>
          <p:nvPr/>
        </p:nvSpPr>
        <p:spPr>
          <a:xfrm>
            <a:off x="6055675" y="13284075"/>
            <a:ext cx="1225200" cy="188100"/>
          </a:xfrm>
          <a:prstGeom prst="rect">
            <a:avLst/>
          </a:prstGeom>
          <a:noFill/>
          <a:ln>
            <a:noFill/>
          </a:ln>
        </p:spPr>
        <p:txBody>
          <a:bodyPr anchorCtr="0" anchor="t" bIns="26975" lIns="53975" spcFirstLastPara="1" rIns="53975" wrap="square" tIns="26975">
            <a:noAutofit/>
          </a:bodyPr>
          <a:lstStyle/>
          <a:p>
            <a:pPr indent="0" lvl="0" marL="0" marR="0" rtl="0" algn="r">
              <a:lnSpc>
                <a:spcPct val="90000"/>
              </a:lnSpc>
              <a:spcBef>
                <a:spcPts val="0"/>
              </a:spcBef>
              <a:spcAft>
                <a:spcPts val="0"/>
              </a:spcAft>
              <a:buClr>
                <a:srgbClr val="000000"/>
              </a:buClr>
              <a:buSzPts val="945"/>
              <a:buFont typeface="Arial"/>
              <a:buNone/>
            </a:pPr>
            <a:r>
              <a:rPr b="1" i="0" lang="en-US" sz="945" u="none" cap="none" strike="noStrike">
                <a:solidFill>
                  <a:srgbClr val="FFFFFF"/>
                </a:solidFill>
                <a:latin typeface="Inter"/>
                <a:ea typeface="Inter"/>
                <a:cs typeface="Inter"/>
                <a:sym typeface="Inter"/>
              </a:rPr>
              <a:t>aidigital.com</a:t>
            </a:r>
            <a:endParaRPr b="1" i="0" sz="945" u="none" cap="none" strike="noStrike">
              <a:solidFill>
                <a:srgbClr val="000000"/>
              </a:solidFill>
              <a:latin typeface="Inter"/>
              <a:ea typeface="Inter"/>
              <a:cs typeface="Inter"/>
              <a:sym typeface="Inter"/>
            </a:endParaRPr>
          </a:p>
        </p:txBody>
      </p:sp>
      <p:sp>
        <p:nvSpPr>
          <p:cNvPr id="145" name="Google Shape;145;p15"/>
          <p:cNvSpPr/>
          <p:nvPr/>
        </p:nvSpPr>
        <p:spPr>
          <a:xfrm>
            <a:off x="3531828" y="13244950"/>
            <a:ext cx="2621100" cy="292800"/>
          </a:xfrm>
          <a:prstGeom prst="roundRect">
            <a:avLst>
              <a:gd fmla="val 50000" name="adj"/>
            </a:avLst>
          </a:prstGeom>
          <a:solidFill>
            <a:srgbClr val="FFFFFF">
              <a:alpha val="2470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2"/>
              <a:buFont typeface="Arial"/>
              <a:buNone/>
            </a:pPr>
            <a:r>
              <a:t/>
            </a:r>
            <a:endParaRPr b="0" i="0" sz="1102" u="none" cap="none" strike="noStrike">
              <a:solidFill>
                <a:srgbClr val="000000"/>
              </a:solidFill>
              <a:latin typeface="Calibri"/>
              <a:ea typeface="Calibri"/>
              <a:cs typeface="Calibri"/>
              <a:sym typeface="Calibri"/>
            </a:endParaRPr>
          </a:p>
        </p:txBody>
      </p:sp>
      <p:sp>
        <p:nvSpPr>
          <p:cNvPr id="146" name="Google Shape;146;p15"/>
          <p:cNvSpPr txBox="1"/>
          <p:nvPr/>
        </p:nvSpPr>
        <p:spPr>
          <a:xfrm>
            <a:off x="3579753" y="13284075"/>
            <a:ext cx="2553000" cy="188100"/>
          </a:xfrm>
          <a:prstGeom prst="rect">
            <a:avLst/>
          </a:prstGeom>
          <a:noFill/>
          <a:ln>
            <a:noFill/>
          </a:ln>
        </p:spPr>
        <p:txBody>
          <a:bodyPr anchorCtr="0" anchor="t" bIns="26975" lIns="53975" spcFirstLastPara="1" rIns="53975" wrap="square" tIns="26975">
            <a:noAutofit/>
          </a:bodyPr>
          <a:lstStyle/>
          <a:p>
            <a:pPr indent="0" lvl="0" marL="0" marR="0" rtl="0" algn="ctr">
              <a:lnSpc>
                <a:spcPct val="90000"/>
              </a:lnSpc>
              <a:spcBef>
                <a:spcPts val="0"/>
              </a:spcBef>
              <a:spcAft>
                <a:spcPts val="0"/>
              </a:spcAft>
              <a:buClr>
                <a:srgbClr val="000000"/>
              </a:buClr>
              <a:buSzPts val="945"/>
              <a:buFont typeface="Arial"/>
              <a:buNone/>
            </a:pPr>
            <a:r>
              <a:rPr b="1" i="0" lang="en-US" sz="945" u="none" cap="none" strike="noStrike">
                <a:solidFill>
                  <a:schemeClr val="lt1"/>
                </a:solidFill>
                <a:latin typeface="Inter"/>
                <a:ea typeface="Inter"/>
                <a:cs typeface="Inter"/>
                <a:sym typeface="Inter"/>
              </a:rPr>
              <a:t>mail@aidigital.com</a:t>
            </a:r>
            <a:endParaRPr b="1" i="0" sz="945" u="none" cap="none" strike="noStrike">
              <a:solidFill>
                <a:srgbClr val="FFFFFF"/>
              </a:solidFill>
              <a:latin typeface="Inter"/>
              <a:ea typeface="Inter"/>
              <a:cs typeface="Inter"/>
              <a:sym typeface="Inter"/>
            </a:endParaRPr>
          </a:p>
        </p:txBody>
      </p:sp>
      <p:pic>
        <p:nvPicPr>
          <p:cNvPr id="147" name="Google Shape;147;p15"/>
          <p:cNvPicPr preferRelativeResize="0"/>
          <p:nvPr/>
        </p:nvPicPr>
        <p:blipFill rotWithShape="1">
          <a:blip r:embed="rId3">
            <a:alphaModFix/>
          </a:blip>
          <a:srcRect b="0" l="0" r="0" t="0"/>
          <a:stretch/>
        </p:blipFill>
        <p:spPr>
          <a:xfrm>
            <a:off x="393977" y="319837"/>
            <a:ext cx="925270" cy="141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152" name="Shape 152"/>
        <p:cNvGrpSpPr/>
        <p:nvPr/>
      </p:nvGrpSpPr>
      <p:grpSpPr>
        <a:xfrm>
          <a:off x="0" y="0"/>
          <a:ext cx="0" cy="0"/>
          <a:chOff x="0" y="0"/>
          <a:chExt cx="0" cy="0"/>
        </a:xfrm>
      </p:grpSpPr>
      <p:sp>
        <p:nvSpPr>
          <p:cNvPr id="153" name="Google Shape;153;p16"/>
          <p:cNvSpPr/>
          <p:nvPr/>
        </p:nvSpPr>
        <p:spPr>
          <a:xfrm>
            <a:off x="399519" y="745588"/>
            <a:ext cx="7007700" cy="1395600"/>
          </a:xfrm>
          <a:prstGeom prst="round2SameRect">
            <a:avLst>
              <a:gd fmla="val 7339" name="adj1"/>
              <a:gd fmla="val 7359"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54" name="Google Shape;154;p16"/>
          <p:cNvCxnSpPr>
            <a:endCxn id="155" idx="3"/>
          </p:cNvCxnSpPr>
          <p:nvPr/>
        </p:nvCxnSpPr>
        <p:spPr>
          <a:xfrm>
            <a:off x="989832" y="1302028"/>
            <a:ext cx="5505900" cy="2100"/>
          </a:xfrm>
          <a:prstGeom prst="straightConnector1">
            <a:avLst/>
          </a:prstGeom>
          <a:noFill/>
          <a:ln cap="flat" cmpd="sng" w="9525">
            <a:solidFill>
              <a:srgbClr val="0009DC"/>
            </a:solidFill>
            <a:prstDash val="solid"/>
            <a:round/>
            <a:headEnd len="sm" w="sm" type="none"/>
            <a:tailEnd len="sm" w="sm" type="none"/>
          </a:ln>
        </p:spPr>
      </p:cxnSp>
      <p:sp>
        <p:nvSpPr>
          <p:cNvPr id="156" name="Google Shape;156;p16"/>
          <p:cNvSpPr/>
          <p:nvPr/>
        </p:nvSpPr>
        <p:spPr>
          <a:xfrm>
            <a:off x="464294" y="248688"/>
            <a:ext cx="6457500" cy="5523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900"/>
              <a:buFont typeface="Arial"/>
              <a:buNone/>
            </a:pPr>
            <a:r>
              <a:rPr b="0" i="0" lang="en-US" sz="900" u="none" cap="none" strike="noStrike">
                <a:solidFill>
                  <a:schemeClr val="dk1"/>
                </a:solidFill>
                <a:latin typeface="Inter Light"/>
                <a:ea typeface="Inter Light"/>
                <a:cs typeface="Inter Light"/>
                <a:sym typeface="Inter Light"/>
              </a:rPr>
              <a:t>Short Description Here Short Description Here Short Description Here Short Description Here Short Description Here Short Description Here Short Description Here Short Description Here </a:t>
            </a:r>
            <a:endParaRPr b="0" i="0" sz="1100" u="none" cap="none" strike="noStrike">
              <a:solidFill>
                <a:schemeClr val="dk1"/>
              </a:solidFill>
              <a:latin typeface="Arial"/>
              <a:ea typeface="Arial"/>
              <a:cs typeface="Arial"/>
              <a:sym typeface="Arial"/>
            </a:endParaRPr>
          </a:p>
        </p:txBody>
      </p:sp>
      <p:grpSp>
        <p:nvGrpSpPr>
          <p:cNvPr id="157" name="Google Shape;157;p16"/>
          <p:cNvGrpSpPr/>
          <p:nvPr/>
        </p:nvGrpSpPr>
        <p:grpSpPr>
          <a:xfrm>
            <a:off x="682997" y="1146008"/>
            <a:ext cx="329649" cy="312066"/>
            <a:chOff x="396513" y="2804975"/>
            <a:chExt cx="714300" cy="676200"/>
          </a:xfrm>
        </p:grpSpPr>
        <p:sp>
          <p:nvSpPr>
            <p:cNvPr id="158" name="Google Shape;158;p16"/>
            <p:cNvSpPr/>
            <p:nvPr/>
          </p:nvSpPr>
          <p:spPr>
            <a:xfrm>
              <a:off x="396513" y="2804975"/>
              <a:ext cx="714300" cy="676200"/>
            </a:xfrm>
            <a:prstGeom prst="ellipse">
              <a:avLst/>
            </a:prstGeom>
            <a:solidFill>
              <a:srgbClr val="0009DC"/>
            </a:solidFill>
            <a:ln>
              <a:noFill/>
            </a:ln>
          </p:spPr>
          <p:txBody>
            <a:bodyPr anchorCtr="0" anchor="ctr" bIns="42200" lIns="42200" spcFirstLastPara="1" rIns="42200" wrap="square" tIns="42200">
              <a:noAutofit/>
            </a:bodyPr>
            <a:lstStyle/>
            <a:p>
              <a:pPr indent="0" lvl="0" marL="0" marR="0" rtl="0" algn="ctr">
                <a:lnSpc>
                  <a:spcPct val="100000"/>
                </a:lnSpc>
                <a:spcBef>
                  <a:spcPts val="0"/>
                </a:spcBef>
                <a:spcAft>
                  <a:spcPts val="0"/>
                </a:spcAft>
                <a:buClr>
                  <a:srgbClr val="000000"/>
                </a:buClr>
                <a:buSzPts val="646"/>
                <a:buFont typeface="Arial"/>
                <a:buNone/>
              </a:pPr>
              <a:r>
                <a:t/>
              </a:r>
              <a:endParaRPr b="0" i="0" sz="646" u="none" cap="none" strike="noStrike">
                <a:solidFill>
                  <a:srgbClr val="000000"/>
                </a:solidFill>
                <a:latin typeface="Calibri"/>
                <a:ea typeface="Calibri"/>
                <a:cs typeface="Calibri"/>
                <a:sym typeface="Calibri"/>
              </a:endParaRPr>
            </a:p>
          </p:txBody>
        </p:sp>
        <p:sp>
          <p:nvSpPr>
            <p:cNvPr id="159" name="Google Shape;159;p16"/>
            <p:cNvSpPr txBox="1"/>
            <p:nvPr/>
          </p:nvSpPr>
          <p:spPr>
            <a:xfrm>
              <a:off x="446161" y="2893025"/>
              <a:ext cx="615000" cy="500100"/>
            </a:xfrm>
            <a:prstGeom prst="rect">
              <a:avLst/>
            </a:prstGeom>
            <a:noFill/>
            <a:ln>
              <a:noFill/>
            </a:ln>
          </p:spPr>
          <p:txBody>
            <a:bodyPr anchorCtr="0" anchor="t" bIns="15825" lIns="31650" spcFirstLastPara="1" rIns="31650" wrap="square" tIns="15825">
              <a:spAutoFit/>
            </a:bodyPr>
            <a:lstStyle/>
            <a:p>
              <a:pPr indent="0" lvl="0" marL="0" marR="0" rtl="0" algn="ctr">
                <a:lnSpc>
                  <a:spcPct val="100000"/>
                </a:lnSpc>
                <a:spcBef>
                  <a:spcPts val="0"/>
                </a:spcBef>
                <a:spcAft>
                  <a:spcPts val="0"/>
                </a:spcAft>
                <a:buClr>
                  <a:srgbClr val="000000"/>
                </a:buClr>
                <a:buSzPts val="1661"/>
                <a:buFont typeface="Arial"/>
                <a:buNone/>
              </a:pPr>
              <a:r>
                <a:rPr b="0" i="0" lang="en-US" sz="1292" u="none" cap="none" strike="noStrike">
                  <a:solidFill>
                    <a:schemeClr val="lt1"/>
                  </a:solidFill>
                  <a:latin typeface="Barlow Black"/>
                  <a:ea typeface="Barlow Black"/>
                  <a:cs typeface="Barlow Black"/>
                  <a:sym typeface="Barlow Black"/>
                </a:rPr>
                <a:t>01</a:t>
              </a:r>
              <a:endParaRPr b="0" i="0" sz="138" u="none" cap="none" strike="noStrike">
                <a:solidFill>
                  <a:schemeClr val="lt1"/>
                </a:solidFill>
                <a:latin typeface="Barlow Black"/>
                <a:ea typeface="Barlow Black"/>
                <a:cs typeface="Barlow Black"/>
                <a:sym typeface="Barlow Black"/>
              </a:endParaRPr>
            </a:p>
          </p:txBody>
        </p:sp>
      </p:grpSp>
      <p:sp>
        <p:nvSpPr>
          <p:cNvPr id="160" name="Google Shape;160;p16"/>
          <p:cNvSpPr/>
          <p:nvPr/>
        </p:nvSpPr>
        <p:spPr>
          <a:xfrm>
            <a:off x="694012" y="1495051"/>
            <a:ext cx="19614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535"/>
              <a:buFont typeface="Arial"/>
              <a:buNone/>
            </a:pPr>
            <a:r>
              <a:rPr b="1" i="0" lang="en-US" sz="1535" u="none" cap="none" strike="noStrike">
                <a:solidFill>
                  <a:schemeClr val="dk1"/>
                </a:solidFill>
                <a:latin typeface="Barlow Semi Condensed ExtraBold"/>
                <a:ea typeface="Barlow Semi Condensed ExtraBold"/>
                <a:cs typeface="Barlow Semi Condensed ExtraBold"/>
                <a:sym typeface="Barlow Semi Condensed ExtraBold"/>
              </a:rPr>
              <a:t>TITLE</a:t>
            </a:r>
            <a:endParaRPr b="1" i="0" sz="15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161" name="Google Shape;161;p16"/>
          <p:cNvSpPr/>
          <p:nvPr/>
        </p:nvSpPr>
        <p:spPr>
          <a:xfrm>
            <a:off x="682994" y="1782463"/>
            <a:ext cx="1104900" cy="278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Inter Light"/>
                <a:ea typeface="Inter Light"/>
                <a:cs typeface="Inter Light"/>
                <a:sym typeface="Inter Light"/>
              </a:rPr>
              <a:t>Short Description</a:t>
            </a:r>
            <a:endParaRPr b="0" i="0" sz="1000" u="none" cap="none" strike="noStrike">
              <a:solidFill>
                <a:schemeClr val="dk1"/>
              </a:solidFill>
              <a:latin typeface="Arial"/>
              <a:ea typeface="Arial"/>
              <a:cs typeface="Arial"/>
              <a:sym typeface="Arial"/>
            </a:endParaRPr>
          </a:p>
        </p:txBody>
      </p:sp>
      <p:sp>
        <p:nvSpPr>
          <p:cNvPr id="162" name="Google Shape;162;p16"/>
          <p:cNvSpPr/>
          <p:nvPr/>
        </p:nvSpPr>
        <p:spPr>
          <a:xfrm>
            <a:off x="597894" y="869926"/>
            <a:ext cx="1713600" cy="188100"/>
          </a:xfrm>
          <a:prstGeom prst="roundRect">
            <a:avLst>
              <a:gd fmla="val 50000" name="adj"/>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9DC"/>
                </a:solidFill>
                <a:latin typeface="Inter"/>
                <a:ea typeface="Inter"/>
                <a:cs typeface="Inter"/>
                <a:sym typeface="Inter"/>
              </a:rPr>
              <a:t>SECTION TITLE</a:t>
            </a:r>
            <a:endParaRPr b="1" i="0" sz="800" u="none" cap="none" strike="noStrike">
              <a:solidFill>
                <a:srgbClr val="0009DC"/>
              </a:solidFill>
              <a:latin typeface="Inter"/>
              <a:ea typeface="Inter"/>
              <a:cs typeface="Inter"/>
              <a:sym typeface="Inter"/>
            </a:endParaRPr>
          </a:p>
        </p:txBody>
      </p:sp>
      <p:grpSp>
        <p:nvGrpSpPr>
          <p:cNvPr id="163" name="Google Shape;163;p16"/>
          <p:cNvGrpSpPr/>
          <p:nvPr/>
        </p:nvGrpSpPr>
        <p:grpSpPr>
          <a:xfrm>
            <a:off x="2055222" y="1148095"/>
            <a:ext cx="329649" cy="312066"/>
            <a:chOff x="396513" y="2804975"/>
            <a:chExt cx="714300" cy="676200"/>
          </a:xfrm>
        </p:grpSpPr>
        <p:sp>
          <p:nvSpPr>
            <p:cNvPr id="164" name="Google Shape;164;p16"/>
            <p:cNvSpPr/>
            <p:nvPr/>
          </p:nvSpPr>
          <p:spPr>
            <a:xfrm>
              <a:off x="396513" y="2804975"/>
              <a:ext cx="714300" cy="676200"/>
            </a:xfrm>
            <a:prstGeom prst="ellipse">
              <a:avLst/>
            </a:prstGeom>
            <a:solidFill>
              <a:srgbClr val="0009DC"/>
            </a:solidFill>
            <a:ln>
              <a:noFill/>
            </a:ln>
          </p:spPr>
          <p:txBody>
            <a:bodyPr anchorCtr="0" anchor="ctr" bIns="42200" lIns="42200" spcFirstLastPara="1" rIns="42200" wrap="square" tIns="42200">
              <a:noAutofit/>
            </a:bodyPr>
            <a:lstStyle/>
            <a:p>
              <a:pPr indent="0" lvl="0" marL="0" marR="0" rtl="0" algn="ctr">
                <a:lnSpc>
                  <a:spcPct val="100000"/>
                </a:lnSpc>
                <a:spcBef>
                  <a:spcPts val="0"/>
                </a:spcBef>
                <a:spcAft>
                  <a:spcPts val="0"/>
                </a:spcAft>
                <a:buClr>
                  <a:srgbClr val="000000"/>
                </a:buClr>
                <a:buSzPts val="646"/>
                <a:buFont typeface="Arial"/>
                <a:buNone/>
              </a:pPr>
              <a:r>
                <a:t/>
              </a:r>
              <a:endParaRPr b="0" i="0" sz="646" u="none" cap="none" strike="noStrike">
                <a:solidFill>
                  <a:srgbClr val="000000"/>
                </a:solidFill>
                <a:latin typeface="Calibri"/>
                <a:ea typeface="Calibri"/>
                <a:cs typeface="Calibri"/>
                <a:sym typeface="Calibri"/>
              </a:endParaRPr>
            </a:p>
          </p:txBody>
        </p:sp>
        <p:sp>
          <p:nvSpPr>
            <p:cNvPr id="165" name="Google Shape;165;p16"/>
            <p:cNvSpPr txBox="1"/>
            <p:nvPr/>
          </p:nvSpPr>
          <p:spPr>
            <a:xfrm>
              <a:off x="446161" y="2893025"/>
              <a:ext cx="615000" cy="500100"/>
            </a:xfrm>
            <a:prstGeom prst="rect">
              <a:avLst/>
            </a:prstGeom>
            <a:noFill/>
            <a:ln>
              <a:noFill/>
            </a:ln>
          </p:spPr>
          <p:txBody>
            <a:bodyPr anchorCtr="0" anchor="t" bIns="15825" lIns="31650" spcFirstLastPara="1" rIns="31650" wrap="square" tIns="15825">
              <a:spAutoFit/>
            </a:bodyPr>
            <a:lstStyle/>
            <a:p>
              <a:pPr indent="0" lvl="0" marL="0" marR="0" rtl="0" algn="ctr">
                <a:lnSpc>
                  <a:spcPct val="100000"/>
                </a:lnSpc>
                <a:spcBef>
                  <a:spcPts val="0"/>
                </a:spcBef>
                <a:spcAft>
                  <a:spcPts val="0"/>
                </a:spcAft>
                <a:buClr>
                  <a:srgbClr val="000000"/>
                </a:buClr>
                <a:buSzPts val="1661"/>
                <a:buFont typeface="Arial"/>
                <a:buNone/>
              </a:pPr>
              <a:r>
                <a:rPr b="0" i="0" lang="en-US" sz="1292" u="none" cap="none" strike="noStrike">
                  <a:solidFill>
                    <a:schemeClr val="lt1"/>
                  </a:solidFill>
                  <a:latin typeface="Barlow Black"/>
                  <a:ea typeface="Barlow Black"/>
                  <a:cs typeface="Barlow Black"/>
                  <a:sym typeface="Barlow Black"/>
                </a:rPr>
                <a:t>02</a:t>
              </a:r>
              <a:endParaRPr b="0" i="0" sz="138" u="none" cap="none" strike="noStrike">
                <a:solidFill>
                  <a:schemeClr val="lt1"/>
                </a:solidFill>
                <a:latin typeface="Barlow Black"/>
                <a:ea typeface="Barlow Black"/>
                <a:cs typeface="Barlow Black"/>
                <a:sym typeface="Barlow Black"/>
              </a:endParaRPr>
            </a:p>
          </p:txBody>
        </p:sp>
      </p:grpSp>
      <p:grpSp>
        <p:nvGrpSpPr>
          <p:cNvPr id="166" name="Google Shape;166;p16"/>
          <p:cNvGrpSpPr/>
          <p:nvPr/>
        </p:nvGrpSpPr>
        <p:grpSpPr>
          <a:xfrm>
            <a:off x="3435997" y="1148095"/>
            <a:ext cx="329649" cy="312066"/>
            <a:chOff x="396513" y="2804975"/>
            <a:chExt cx="714300" cy="676200"/>
          </a:xfrm>
        </p:grpSpPr>
        <p:sp>
          <p:nvSpPr>
            <p:cNvPr id="167" name="Google Shape;167;p16"/>
            <p:cNvSpPr/>
            <p:nvPr/>
          </p:nvSpPr>
          <p:spPr>
            <a:xfrm>
              <a:off x="396513" y="2804975"/>
              <a:ext cx="714300" cy="676200"/>
            </a:xfrm>
            <a:prstGeom prst="ellipse">
              <a:avLst/>
            </a:prstGeom>
            <a:solidFill>
              <a:srgbClr val="0009DC"/>
            </a:solidFill>
            <a:ln>
              <a:noFill/>
            </a:ln>
          </p:spPr>
          <p:txBody>
            <a:bodyPr anchorCtr="0" anchor="ctr" bIns="42200" lIns="42200" spcFirstLastPara="1" rIns="42200" wrap="square" tIns="42200">
              <a:noAutofit/>
            </a:bodyPr>
            <a:lstStyle/>
            <a:p>
              <a:pPr indent="0" lvl="0" marL="0" marR="0" rtl="0" algn="ctr">
                <a:lnSpc>
                  <a:spcPct val="100000"/>
                </a:lnSpc>
                <a:spcBef>
                  <a:spcPts val="0"/>
                </a:spcBef>
                <a:spcAft>
                  <a:spcPts val="0"/>
                </a:spcAft>
                <a:buClr>
                  <a:srgbClr val="000000"/>
                </a:buClr>
                <a:buSzPts val="646"/>
                <a:buFont typeface="Arial"/>
                <a:buNone/>
              </a:pPr>
              <a:r>
                <a:t/>
              </a:r>
              <a:endParaRPr b="0" i="0" sz="646" u="none" cap="none" strike="noStrike">
                <a:solidFill>
                  <a:srgbClr val="000000"/>
                </a:solidFill>
                <a:latin typeface="Calibri"/>
                <a:ea typeface="Calibri"/>
                <a:cs typeface="Calibri"/>
                <a:sym typeface="Calibri"/>
              </a:endParaRPr>
            </a:p>
          </p:txBody>
        </p:sp>
        <p:sp>
          <p:nvSpPr>
            <p:cNvPr id="168" name="Google Shape;168;p16"/>
            <p:cNvSpPr txBox="1"/>
            <p:nvPr/>
          </p:nvSpPr>
          <p:spPr>
            <a:xfrm>
              <a:off x="446161" y="2893025"/>
              <a:ext cx="615000" cy="500100"/>
            </a:xfrm>
            <a:prstGeom prst="rect">
              <a:avLst/>
            </a:prstGeom>
            <a:noFill/>
            <a:ln>
              <a:noFill/>
            </a:ln>
          </p:spPr>
          <p:txBody>
            <a:bodyPr anchorCtr="0" anchor="t" bIns="15825" lIns="31650" spcFirstLastPara="1" rIns="31650" wrap="square" tIns="15825">
              <a:spAutoFit/>
            </a:bodyPr>
            <a:lstStyle/>
            <a:p>
              <a:pPr indent="0" lvl="0" marL="0" marR="0" rtl="0" algn="ctr">
                <a:lnSpc>
                  <a:spcPct val="100000"/>
                </a:lnSpc>
                <a:spcBef>
                  <a:spcPts val="0"/>
                </a:spcBef>
                <a:spcAft>
                  <a:spcPts val="0"/>
                </a:spcAft>
                <a:buClr>
                  <a:srgbClr val="000000"/>
                </a:buClr>
                <a:buSzPts val="1661"/>
                <a:buFont typeface="Arial"/>
                <a:buNone/>
              </a:pPr>
              <a:r>
                <a:rPr b="0" i="0" lang="en-US" sz="1292" u="none" cap="none" strike="noStrike">
                  <a:solidFill>
                    <a:schemeClr val="lt1"/>
                  </a:solidFill>
                  <a:latin typeface="Barlow Black"/>
                  <a:ea typeface="Barlow Black"/>
                  <a:cs typeface="Barlow Black"/>
                  <a:sym typeface="Barlow Black"/>
                </a:rPr>
                <a:t>03</a:t>
              </a:r>
              <a:endParaRPr b="0" i="0" sz="138" u="none" cap="none" strike="noStrike">
                <a:solidFill>
                  <a:schemeClr val="lt1"/>
                </a:solidFill>
                <a:latin typeface="Barlow Black"/>
                <a:ea typeface="Barlow Black"/>
                <a:cs typeface="Barlow Black"/>
                <a:sym typeface="Barlow Black"/>
              </a:endParaRPr>
            </a:p>
          </p:txBody>
        </p:sp>
      </p:grpSp>
      <p:grpSp>
        <p:nvGrpSpPr>
          <p:cNvPr id="169" name="Google Shape;169;p16"/>
          <p:cNvGrpSpPr/>
          <p:nvPr/>
        </p:nvGrpSpPr>
        <p:grpSpPr>
          <a:xfrm>
            <a:off x="4845347" y="1148095"/>
            <a:ext cx="329649" cy="312066"/>
            <a:chOff x="396513" y="2804975"/>
            <a:chExt cx="714300" cy="676200"/>
          </a:xfrm>
        </p:grpSpPr>
        <p:sp>
          <p:nvSpPr>
            <p:cNvPr id="170" name="Google Shape;170;p16"/>
            <p:cNvSpPr/>
            <p:nvPr/>
          </p:nvSpPr>
          <p:spPr>
            <a:xfrm>
              <a:off x="396513" y="2804975"/>
              <a:ext cx="714300" cy="676200"/>
            </a:xfrm>
            <a:prstGeom prst="ellipse">
              <a:avLst/>
            </a:prstGeom>
            <a:solidFill>
              <a:srgbClr val="0009DC"/>
            </a:solidFill>
            <a:ln>
              <a:noFill/>
            </a:ln>
          </p:spPr>
          <p:txBody>
            <a:bodyPr anchorCtr="0" anchor="ctr" bIns="42200" lIns="42200" spcFirstLastPara="1" rIns="42200" wrap="square" tIns="42200">
              <a:noAutofit/>
            </a:bodyPr>
            <a:lstStyle/>
            <a:p>
              <a:pPr indent="0" lvl="0" marL="0" marR="0" rtl="0" algn="ctr">
                <a:lnSpc>
                  <a:spcPct val="100000"/>
                </a:lnSpc>
                <a:spcBef>
                  <a:spcPts val="0"/>
                </a:spcBef>
                <a:spcAft>
                  <a:spcPts val="0"/>
                </a:spcAft>
                <a:buClr>
                  <a:srgbClr val="000000"/>
                </a:buClr>
                <a:buSzPts val="646"/>
                <a:buFont typeface="Arial"/>
                <a:buNone/>
              </a:pPr>
              <a:r>
                <a:t/>
              </a:r>
              <a:endParaRPr b="0" i="0" sz="646" u="none" cap="none" strike="noStrike">
                <a:solidFill>
                  <a:srgbClr val="000000"/>
                </a:solidFill>
                <a:latin typeface="Calibri"/>
                <a:ea typeface="Calibri"/>
                <a:cs typeface="Calibri"/>
                <a:sym typeface="Calibri"/>
              </a:endParaRPr>
            </a:p>
          </p:txBody>
        </p:sp>
        <p:sp>
          <p:nvSpPr>
            <p:cNvPr id="171" name="Google Shape;171;p16"/>
            <p:cNvSpPr txBox="1"/>
            <p:nvPr/>
          </p:nvSpPr>
          <p:spPr>
            <a:xfrm>
              <a:off x="446161" y="2893025"/>
              <a:ext cx="615000" cy="500100"/>
            </a:xfrm>
            <a:prstGeom prst="rect">
              <a:avLst/>
            </a:prstGeom>
            <a:noFill/>
            <a:ln>
              <a:noFill/>
            </a:ln>
          </p:spPr>
          <p:txBody>
            <a:bodyPr anchorCtr="0" anchor="t" bIns="15825" lIns="31650" spcFirstLastPara="1" rIns="31650" wrap="square" tIns="15825">
              <a:spAutoFit/>
            </a:bodyPr>
            <a:lstStyle/>
            <a:p>
              <a:pPr indent="0" lvl="0" marL="0" marR="0" rtl="0" algn="ctr">
                <a:lnSpc>
                  <a:spcPct val="100000"/>
                </a:lnSpc>
                <a:spcBef>
                  <a:spcPts val="0"/>
                </a:spcBef>
                <a:spcAft>
                  <a:spcPts val="0"/>
                </a:spcAft>
                <a:buClr>
                  <a:srgbClr val="000000"/>
                </a:buClr>
                <a:buSzPts val="1661"/>
                <a:buFont typeface="Arial"/>
                <a:buNone/>
              </a:pPr>
              <a:r>
                <a:rPr b="0" i="0" lang="en-US" sz="1292" u="none" cap="none" strike="noStrike">
                  <a:solidFill>
                    <a:schemeClr val="lt1"/>
                  </a:solidFill>
                  <a:latin typeface="Barlow Black"/>
                  <a:ea typeface="Barlow Black"/>
                  <a:cs typeface="Barlow Black"/>
                  <a:sym typeface="Barlow Black"/>
                </a:rPr>
                <a:t>04</a:t>
              </a:r>
              <a:endParaRPr b="0" i="0" sz="138" u="none" cap="none" strike="noStrike">
                <a:solidFill>
                  <a:schemeClr val="lt1"/>
                </a:solidFill>
                <a:latin typeface="Barlow Black"/>
                <a:ea typeface="Barlow Black"/>
                <a:cs typeface="Barlow Black"/>
                <a:sym typeface="Barlow Black"/>
              </a:endParaRPr>
            </a:p>
          </p:txBody>
        </p:sp>
      </p:grpSp>
      <p:grpSp>
        <p:nvGrpSpPr>
          <p:cNvPr id="172" name="Google Shape;172;p16"/>
          <p:cNvGrpSpPr/>
          <p:nvPr/>
        </p:nvGrpSpPr>
        <p:grpSpPr>
          <a:xfrm>
            <a:off x="6188997" y="1148095"/>
            <a:ext cx="329649" cy="312066"/>
            <a:chOff x="396513" y="2804975"/>
            <a:chExt cx="714300" cy="676200"/>
          </a:xfrm>
        </p:grpSpPr>
        <p:sp>
          <p:nvSpPr>
            <p:cNvPr id="173" name="Google Shape;173;p16"/>
            <p:cNvSpPr/>
            <p:nvPr/>
          </p:nvSpPr>
          <p:spPr>
            <a:xfrm>
              <a:off x="396513" y="2804975"/>
              <a:ext cx="714300" cy="676200"/>
            </a:xfrm>
            <a:prstGeom prst="ellipse">
              <a:avLst/>
            </a:prstGeom>
            <a:solidFill>
              <a:srgbClr val="AEF33E"/>
            </a:solidFill>
            <a:ln>
              <a:noFill/>
            </a:ln>
          </p:spPr>
          <p:txBody>
            <a:bodyPr anchorCtr="0" anchor="ctr" bIns="42200" lIns="42200" spcFirstLastPara="1" rIns="42200" wrap="square" tIns="42200">
              <a:noAutofit/>
            </a:bodyPr>
            <a:lstStyle/>
            <a:p>
              <a:pPr indent="0" lvl="0" marL="0" marR="0" rtl="0" algn="ctr">
                <a:lnSpc>
                  <a:spcPct val="100000"/>
                </a:lnSpc>
                <a:spcBef>
                  <a:spcPts val="0"/>
                </a:spcBef>
                <a:spcAft>
                  <a:spcPts val="0"/>
                </a:spcAft>
                <a:buClr>
                  <a:srgbClr val="000000"/>
                </a:buClr>
                <a:buSzPts val="646"/>
                <a:buFont typeface="Arial"/>
                <a:buNone/>
              </a:pPr>
              <a:r>
                <a:t/>
              </a:r>
              <a:endParaRPr b="0" i="0" sz="646" u="none" cap="none" strike="noStrike">
                <a:solidFill>
                  <a:srgbClr val="000000"/>
                </a:solidFill>
                <a:latin typeface="Calibri"/>
                <a:ea typeface="Calibri"/>
                <a:cs typeface="Calibri"/>
                <a:sym typeface="Calibri"/>
              </a:endParaRPr>
            </a:p>
          </p:txBody>
        </p:sp>
        <p:sp>
          <p:nvSpPr>
            <p:cNvPr id="155" name="Google Shape;155;p16"/>
            <p:cNvSpPr txBox="1"/>
            <p:nvPr/>
          </p:nvSpPr>
          <p:spPr>
            <a:xfrm>
              <a:off x="446161" y="2893025"/>
              <a:ext cx="615000" cy="500100"/>
            </a:xfrm>
            <a:prstGeom prst="rect">
              <a:avLst/>
            </a:prstGeom>
            <a:noFill/>
            <a:ln>
              <a:noFill/>
            </a:ln>
          </p:spPr>
          <p:txBody>
            <a:bodyPr anchorCtr="0" anchor="t" bIns="15825" lIns="31650" spcFirstLastPara="1" rIns="31650" wrap="square" tIns="15825">
              <a:spAutoFit/>
            </a:bodyPr>
            <a:lstStyle/>
            <a:p>
              <a:pPr indent="0" lvl="0" marL="0" marR="0" rtl="0" algn="ctr">
                <a:lnSpc>
                  <a:spcPct val="100000"/>
                </a:lnSpc>
                <a:spcBef>
                  <a:spcPts val="0"/>
                </a:spcBef>
                <a:spcAft>
                  <a:spcPts val="0"/>
                </a:spcAft>
                <a:buClr>
                  <a:srgbClr val="000000"/>
                </a:buClr>
                <a:buSzPts val="1661"/>
                <a:buFont typeface="Arial"/>
                <a:buNone/>
              </a:pPr>
              <a:r>
                <a:rPr b="0" i="0" lang="en-US" sz="1292" u="none" cap="none" strike="noStrike">
                  <a:solidFill>
                    <a:schemeClr val="dk1"/>
                  </a:solidFill>
                  <a:latin typeface="Barlow Black"/>
                  <a:ea typeface="Barlow Black"/>
                  <a:cs typeface="Barlow Black"/>
                  <a:sym typeface="Barlow Black"/>
                </a:rPr>
                <a:t>05</a:t>
              </a:r>
              <a:endParaRPr b="0" i="0" sz="138" u="none" cap="none" strike="noStrike">
                <a:solidFill>
                  <a:schemeClr val="dk1"/>
                </a:solidFill>
                <a:latin typeface="Barlow Black"/>
                <a:ea typeface="Barlow Black"/>
                <a:cs typeface="Barlow Black"/>
                <a:sym typeface="Barlow Black"/>
              </a:endParaRPr>
            </a:p>
          </p:txBody>
        </p:sp>
      </p:grpSp>
      <p:sp>
        <p:nvSpPr>
          <p:cNvPr id="174" name="Google Shape;174;p16"/>
          <p:cNvSpPr/>
          <p:nvPr/>
        </p:nvSpPr>
        <p:spPr>
          <a:xfrm>
            <a:off x="2056712" y="1501813"/>
            <a:ext cx="19614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535"/>
              <a:buFont typeface="Arial"/>
              <a:buNone/>
            </a:pPr>
            <a:r>
              <a:rPr b="1" i="0" lang="en-US" sz="1535" u="none" cap="none" strike="noStrike">
                <a:solidFill>
                  <a:schemeClr val="dk1"/>
                </a:solidFill>
                <a:latin typeface="Barlow Semi Condensed ExtraBold"/>
                <a:ea typeface="Barlow Semi Condensed ExtraBold"/>
                <a:cs typeface="Barlow Semi Condensed ExtraBold"/>
                <a:sym typeface="Barlow Semi Condensed ExtraBold"/>
              </a:rPr>
              <a:t>TITLE</a:t>
            </a:r>
            <a:endParaRPr b="1" i="0" sz="15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175" name="Google Shape;175;p16"/>
          <p:cNvSpPr/>
          <p:nvPr/>
        </p:nvSpPr>
        <p:spPr>
          <a:xfrm>
            <a:off x="2045694" y="1789226"/>
            <a:ext cx="1104900" cy="278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Inter Light"/>
                <a:ea typeface="Inter Light"/>
                <a:cs typeface="Inter Light"/>
                <a:sym typeface="Inter Light"/>
              </a:rPr>
              <a:t>Short Description</a:t>
            </a:r>
            <a:endParaRPr b="0" i="0" sz="1000" u="none" cap="none" strike="noStrike">
              <a:solidFill>
                <a:schemeClr val="dk1"/>
              </a:solidFill>
              <a:latin typeface="Arial"/>
              <a:ea typeface="Arial"/>
              <a:cs typeface="Arial"/>
              <a:sym typeface="Arial"/>
            </a:endParaRPr>
          </a:p>
        </p:txBody>
      </p:sp>
      <p:sp>
        <p:nvSpPr>
          <p:cNvPr id="176" name="Google Shape;176;p16"/>
          <p:cNvSpPr/>
          <p:nvPr/>
        </p:nvSpPr>
        <p:spPr>
          <a:xfrm>
            <a:off x="3451962" y="1501813"/>
            <a:ext cx="19614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535"/>
              <a:buFont typeface="Arial"/>
              <a:buNone/>
            </a:pPr>
            <a:r>
              <a:rPr b="1" i="0" lang="en-US" sz="1535" u="none" cap="none" strike="noStrike">
                <a:solidFill>
                  <a:schemeClr val="dk1"/>
                </a:solidFill>
                <a:latin typeface="Barlow Semi Condensed ExtraBold"/>
                <a:ea typeface="Barlow Semi Condensed ExtraBold"/>
                <a:cs typeface="Barlow Semi Condensed ExtraBold"/>
                <a:sym typeface="Barlow Semi Condensed ExtraBold"/>
              </a:rPr>
              <a:t>TITLE</a:t>
            </a:r>
            <a:endParaRPr b="1" i="0" sz="15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177" name="Google Shape;177;p16"/>
          <p:cNvSpPr/>
          <p:nvPr/>
        </p:nvSpPr>
        <p:spPr>
          <a:xfrm>
            <a:off x="3440944" y="1789226"/>
            <a:ext cx="1104900" cy="278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Inter Light"/>
                <a:ea typeface="Inter Light"/>
                <a:cs typeface="Inter Light"/>
                <a:sym typeface="Inter Light"/>
              </a:rPr>
              <a:t>Short Description</a:t>
            </a:r>
            <a:endParaRPr b="0" i="0" sz="1000" u="none" cap="none" strike="noStrike">
              <a:solidFill>
                <a:schemeClr val="dk1"/>
              </a:solidFill>
              <a:latin typeface="Arial"/>
              <a:ea typeface="Arial"/>
              <a:cs typeface="Arial"/>
              <a:sym typeface="Arial"/>
            </a:endParaRPr>
          </a:p>
        </p:txBody>
      </p:sp>
      <p:sp>
        <p:nvSpPr>
          <p:cNvPr id="178" name="Google Shape;178;p16"/>
          <p:cNvSpPr/>
          <p:nvPr/>
        </p:nvSpPr>
        <p:spPr>
          <a:xfrm>
            <a:off x="4852137" y="1501813"/>
            <a:ext cx="19614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535"/>
              <a:buFont typeface="Arial"/>
              <a:buNone/>
            </a:pPr>
            <a:r>
              <a:rPr b="1" i="0" lang="en-US" sz="1535" u="none" cap="none" strike="noStrike">
                <a:solidFill>
                  <a:schemeClr val="dk1"/>
                </a:solidFill>
                <a:latin typeface="Barlow Semi Condensed ExtraBold"/>
                <a:ea typeface="Barlow Semi Condensed ExtraBold"/>
                <a:cs typeface="Barlow Semi Condensed ExtraBold"/>
                <a:sym typeface="Barlow Semi Condensed ExtraBold"/>
              </a:rPr>
              <a:t>TITLE</a:t>
            </a:r>
            <a:endParaRPr b="1" i="0" sz="15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179" name="Google Shape;179;p16"/>
          <p:cNvSpPr/>
          <p:nvPr/>
        </p:nvSpPr>
        <p:spPr>
          <a:xfrm>
            <a:off x="4841119" y="1789226"/>
            <a:ext cx="1104900" cy="278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Inter Light"/>
                <a:ea typeface="Inter Light"/>
                <a:cs typeface="Inter Light"/>
                <a:sym typeface="Inter Light"/>
              </a:rPr>
              <a:t>Short Description</a:t>
            </a:r>
            <a:endParaRPr b="0" i="0" sz="1000" u="none" cap="none" strike="noStrike">
              <a:solidFill>
                <a:schemeClr val="dk1"/>
              </a:solidFill>
              <a:latin typeface="Arial"/>
              <a:ea typeface="Arial"/>
              <a:cs typeface="Arial"/>
              <a:sym typeface="Arial"/>
            </a:endParaRPr>
          </a:p>
        </p:txBody>
      </p:sp>
      <p:sp>
        <p:nvSpPr>
          <p:cNvPr id="180" name="Google Shape;180;p16"/>
          <p:cNvSpPr/>
          <p:nvPr/>
        </p:nvSpPr>
        <p:spPr>
          <a:xfrm>
            <a:off x="6214212" y="1495863"/>
            <a:ext cx="19614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535"/>
              <a:buFont typeface="Arial"/>
              <a:buNone/>
            </a:pPr>
            <a:r>
              <a:rPr b="1" i="0" lang="en-US" sz="1535" u="none" cap="none" strike="noStrike">
                <a:solidFill>
                  <a:schemeClr val="dk1"/>
                </a:solidFill>
                <a:latin typeface="Barlow Semi Condensed ExtraBold"/>
                <a:ea typeface="Barlow Semi Condensed ExtraBold"/>
                <a:cs typeface="Barlow Semi Condensed ExtraBold"/>
                <a:sym typeface="Barlow Semi Condensed ExtraBold"/>
              </a:rPr>
              <a:t>TITLE</a:t>
            </a:r>
            <a:endParaRPr b="1" i="0" sz="15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181" name="Google Shape;181;p16"/>
          <p:cNvSpPr/>
          <p:nvPr/>
        </p:nvSpPr>
        <p:spPr>
          <a:xfrm>
            <a:off x="6203194" y="1783276"/>
            <a:ext cx="1104900" cy="278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Inter Light"/>
                <a:ea typeface="Inter Light"/>
                <a:cs typeface="Inter Light"/>
                <a:sym typeface="Inter Light"/>
              </a:rPr>
              <a:t>Short Description</a:t>
            </a:r>
            <a:endParaRPr b="0" i="0" sz="1000" u="none" cap="none" strike="noStrike">
              <a:solidFill>
                <a:schemeClr val="dk1"/>
              </a:solidFill>
              <a:latin typeface="Arial"/>
              <a:ea typeface="Arial"/>
              <a:cs typeface="Arial"/>
              <a:sym typeface="Arial"/>
            </a:endParaRPr>
          </a:p>
        </p:txBody>
      </p:sp>
      <p:sp>
        <p:nvSpPr>
          <p:cNvPr id="182" name="Google Shape;182;p16"/>
          <p:cNvSpPr/>
          <p:nvPr/>
        </p:nvSpPr>
        <p:spPr>
          <a:xfrm>
            <a:off x="357497" y="2552438"/>
            <a:ext cx="3559800" cy="855900"/>
          </a:xfrm>
          <a:prstGeom prst="round2SameRect">
            <a:avLst>
              <a:gd fmla="val 17276" name="adj1"/>
              <a:gd fmla="val 16984"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83" name="Google Shape;183;p16"/>
          <p:cNvSpPr/>
          <p:nvPr/>
        </p:nvSpPr>
        <p:spPr>
          <a:xfrm>
            <a:off x="932865" y="2659151"/>
            <a:ext cx="19614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435"/>
              <a:buFont typeface="Arial"/>
              <a:buNone/>
            </a:pPr>
            <a:r>
              <a:rPr b="1" i="0" lang="en-US" sz="1435" u="none" cap="none" strike="noStrike">
                <a:solidFill>
                  <a:schemeClr val="dk1"/>
                </a:solidFill>
                <a:latin typeface="Barlow Semi Condensed ExtraBold"/>
                <a:ea typeface="Barlow Semi Condensed ExtraBold"/>
                <a:cs typeface="Barlow Semi Condensed ExtraBold"/>
                <a:sym typeface="Barlow Semi Condensed ExtraBold"/>
              </a:rPr>
              <a:t>SECTION TITLE</a:t>
            </a:r>
            <a:endParaRPr b="1" i="0" sz="14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184" name="Google Shape;184;p16"/>
          <p:cNvSpPr/>
          <p:nvPr/>
        </p:nvSpPr>
        <p:spPr>
          <a:xfrm>
            <a:off x="945947" y="2954263"/>
            <a:ext cx="2844300" cy="278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Inter Light"/>
                <a:ea typeface="Inter Light"/>
                <a:cs typeface="Inter Light"/>
                <a:sym typeface="Inter Light"/>
              </a:rPr>
              <a:t>Short Description Short Description Short Description</a:t>
            </a:r>
            <a:r>
              <a:rPr b="0" i="0" lang="en-US" sz="1000" u="none" cap="none" strike="noStrike">
                <a:solidFill>
                  <a:schemeClr val="dk1"/>
                </a:solidFill>
                <a:latin typeface="Arial"/>
                <a:ea typeface="Arial"/>
                <a:cs typeface="Arial"/>
                <a:sym typeface="Arial"/>
              </a:rPr>
              <a:t> </a:t>
            </a:r>
            <a:r>
              <a:rPr b="0" i="0" lang="en-US" sz="800" u="none" cap="none" strike="noStrike">
                <a:solidFill>
                  <a:schemeClr val="dk1"/>
                </a:solidFill>
                <a:latin typeface="Inter Light"/>
                <a:ea typeface="Inter Light"/>
                <a:cs typeface="Inter Light"/>
                <a:sym typeface="Inter Light"/>
              </a:rPr>
              <a:t>Short Description Short Description</a:t>
            </a:r>
            <a:endParaRPr b="0" i="0" sz="800" u="none" cap="none" strike="noStrike">
              <a:solidFill>
                <a:schemeClr val="dk1"/>
              </a:solidFill>
              <a:latin typeface="Inter Light"/>
              <a:ea typeface="Inter Light"/>
              <a:cs typeface="Inter Light"/>
              <a:sym typeface="Inter Light"/>
            </a:endParaRPr>
          </a:p>
          <a:p>
            <a:pPr indent="0" lvl="0" marL="0" marR="0" rtl="0" algn="l">
              <a:lnSpc>
                <a:spcPct val="125000"/>
              </a:lnSpc>
              <a:spcBef>
                <a:spcPts val="0"/>
              </a:spcBef>
              <a:spcAft>
                <a:spcPts val="0"/>
              </a:spcAft>
              <a:buClr>
                <a:srgbClr val="000000"/>
              </a:buClr>
              <a:buSzPts val="800"/>
              <a:buFont typeface="Arial"/>
              <a:buNone/>
            </a:pPr>
            <a:r>
              <a:t/>
            </a:r>
            <a:endParaRPr b="0" i="0" sz="800" u="none" cap="none" strike="noStrike">
              <a:solidFill>
                <a:schemeClr val="dk1"/>
              </a:solidFill>
              <a:latin typeface="Inter Light"/>
              <a:ea typeface="Inter Light"/>
              <a:cs typeface="Inter Light"/>
              <a:sym typeface="Inter Light"/>
            </a:endParaRPr>
          </a:p>
        </p:txBody>
      </p:sp>
      <p:sp>
        <p:nvSpPr>
          <p:cNvPr id="185" name="Google Shape;185;p16"/>
          <p:cNvSpPr txBox="1"/>
          <p:nvPr/>
        </p:nvSpPr>
        <p:spPr>
          <a:xfrm>
            <a:off x="557276" y="2659166"/>
            <a:ext cx="283800" cy="292500"/>
          </a:xfrm>
          <a:prstGeom prst="rect">
            <a:avLst/>
          </a:prstGeom>
          <a:noFill/>
          <a:ln>
            <a:noFill/>
          </a:ln>
        </p:spPr>
        <p:txBody>
          <a:bodyPr anchorCtr="0" anchor="t" bIns="15825" lIns="31650" spcFirstLastPara="1" rIns="31650" wrap="square" tIns="15825">
            <a:spAutoFit/>
          </a:bodyPr>
          <a:lstStyle/>
          <a:p>
            <a:pPr indent="0" lvl="0" marL="0" marR="0" rtl="0" algn="ctr">
              <a:lnSpc>
                <a:spcPct val="100000"/>
              </a:lnSpc>
              <a:spcBef>
                <a:spcPts val="0"/>
              </a:spcBef>
              <a:spcAft>
                <a:spcPts val="0"/>
              </a:spcAft>
              <a:buClr>
                <a:srgbClr val="000000"/>
              </a:buClr>
              <a:buSzPts val="1661"/>
              <a:buFont typeface="Arial"/>
              <a:buNone/>
            </a:pPr>
            <a:r>
              <a:rPr b="0" i="0" lang="en-US" sz="1692" u="none" cap="none" strike="noStrike">
                <a:solidFill>
                  <a:srgbClr val="0009DC"/>
                </a:solidFill>
                <a:latin typeface="Barlow Black"/>
                <a:ea typeface="Barlow Black"/>
                <a:cs typeface="Barlow Black"/>
                <a:sym typeface="Barlow Black"/>
              </a:rPr>
              <a:t>01</a:t>
            </a:r>
            <a:endParaRPr b="0" i="0" sz="538" u="none" cap="none" strike="noStrike">
              <a:solidFill>
                <a:srgbClr val="0009DC"/>
              </a:solidFill>
              <a:latin typeface="Barlow Black"/>
              <a:ea typeface="Barlow Black"/>
              <a:cs typeface="Barlow Black"/>
              <a:sym typeface="Barlow Black"/>
            </a:endParaRPr>
          </a:p>
        </p:txBody>
      </p:sp>
      <p:sp>
        <p:nvSpPr>
          <p:cNvPr id="186" name="Google Shape;186;p16"/>
          <p:cNvSpPr/>
          <p:nvPr/>
        </p:nvSpPr>
        <p:spPr>
          <a:xfrm>
            <a:off x="357497" y="3550263"/>
            <a:ext cx="3559800" cy="855900"/>
          </a:xfrm>
          <a:prstGeom prst="round2SameRect">
            <a:avLst>
              <a:gd fmla="val 17276" name="adj1"/>
              <a:gd fmla="val 16984"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87" name="Google Shape;187;p16"/>
          <p:cNvSpPr/>
          <p:nvPr/>
        </p:nvSpPr>
        <p:spPr>
          <a:xfrm>
            <a:off x="932865" y="3656976"/>
            <a:ext cx="19614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435"/>
              <a:buFont typeface="Arial"/>
              <a:buNone/>
            </a:pPr>
            <a:r>
              <a:rPr b="1" i="0" lang="en-US" sz="1435" u="none" cap="none" strike="noStrike">
                <a:solidFill>
                  <a:schemeClr val="dk1"/>
                </a:solidFill>
                <a:latin typeface="Barlow Semi Condensed ExtraBold"/>
                <a:ea typeface="Barlow Semi Condensed ExtraBold"/>
                <a:cs typeface="Barlow Semi Condensed ExtraBold"/>
                <a:sym typeface="Barlow Semi Condensed ExtraBold"/>
              </a:rPr>
              <a:t>SECTION TITLE</a:t>
            </a:r>
            <a:endParaRPr b="1" i="0" sz="14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188" name="Google Shape;188;p16"/>
          <p:cNvSpPr/>
          <p:nvPr/>
        </p:nvSpPr>
        <p:spPr>
          <a:xfrm>
            <a:off x="945947" y="3952088"/>
            <a:ext cx="2844300" cy="278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Inter Light"/>
                <a:ea typeface="Inter Light"/>
                <a:cs typeface="Inter Light"/>
                <a:sym typeface="Inter Light"/>
              </a:rPr>
              <a:t>Short Description Short Description Short Description</a:t>
            </a:r>
            <a:r>
              <a:rPr b="0" i="0" lang="en-US" sz="1000" u="none" cap="none" strike="noStrike">
                <a:solidFill>
                  <a:schemeClr val="dk1"/>
                </a:solidFill>
                <a:latin typeface="Arial"/>
                <a:ea typeface="Arial"/>
                <a:cs typeface="Arial"/>
                <a:sym typeface="Arial"/>
              </a:rPr>
              <a:t> </a:t>
            </a:r>
            <a:r>
              <a:rPr b="0" i="0" lang="en-US" sz="800" u="none" cap="none" strike="noStrike">
                <a:solidFill>
                  <a:schemeClr val="dk1"/>
                </a:solidFill>
                <a:latin typeface="Inter Light"/>
                <a:ea typeface="Inter Light"/>
                <a:cs typeface="Inter Light"/>
                <a:sym typeface="Inter Light"/>
              </a:rPr>
              <a:t>Short Description Short Description</a:t>
            </a:r>
            <a:endParaRPr b="0" i="0" sz="800" u="none" cap="none" strike="noStrike">
              <a:solidFill>
                <a:schemeClr val="dk1"/>
              </a:solidFill>
              <a:latin typeface="Inter Light"/>
              <a:ea typeface="Inter Light"/>
              <a:cs typeface="Inter Light"/>
              <a:sym typeface="Inter Light"/>
            </a:endParaRPr>
          </a:p>
          <a:p>
            <a:pPr indent="0" lvl="0" marL="0" marR="0" rtl="0" algn="l">
              <a:lnSpc>
                <a:spcPct val="125000"/>
              </a:lnSpc>
              <a:spcBef>
                <a:spcPts val="0"/>
              </a:spcBef>
              <a:spcAft>
                <a:spcPts val="0"/>
              </a:spcAft>
              <a:buClr>
                <a:srgbClr val="000000"/>
              </a:buClr>
              <a:buSzPts val="800"/>
              <a:buFont typeface="Arial"/>
              <a:buNone/>
            </a:pPr>
            <a:r>
              <a:t/>
            </a:r>
            <a:endParaRPr b="0" i="0" sz="800" u="none" cap="none" strike="noStrike">
              <a:solidFill>
                <a:schemeClr val="dk1"/>
              </a:solidFill>
              <a:latin typeface="Inter Light"/>
              <a:ea typeface="Inter Light"/>
              <a:cs typeface="Inter Light"/>
              <a:sym typeface="Inter Light"/>
            </a:endParaRPr>
          </a:p>
        </p:txBody>
      </p:sp>
      <p:sp>
        <p:nvSpPr>
          <p:cNvPr id="189" name="Google Shape;189;p16"/>
          <p:cNvSpPr txBox="1"/>
          <p:nvPr/>
        </p:nvSpPr>
        <p:spPr>
          <a:xfrm>
            <a:off x="519171" y="3656988"/>
            <a:ext cx="329700" cy="292500"/>
          </a:xfrm>
          <a:prstGeom prst="rect">
            <a:avLst/>
          </a:prstGeom>
          <a:noFill/>
          <a:ln>
            <a:noFill/>
          </a:ln>
        </p:spPr>
        <p:txBody>
          <a:bodyPr anchorCtr="0" anchor="t" bIns="15825" lIns="31650" spcFirstLastPara="1" rIns="31650" wrap="square" tIns="15825">
            <a:spAutoFit/>
          </a:bodyPr>
          <a:lstStyle/>
          <a:p>
            <a:pPr indent="0" lvl="0" marL="0" marR="0" rtl="0" algn="ctr">
              <a:lnSpc>
                <a:spcPct val="100000"/>
              </a:lnSpc>
              <a:spcBef>
                <a:spcPts val="0"/>
              </a:spcBef>
              <a:spcAft>
                <a:spcPts val="0"/>
              </a:spcAft>
              <a:buClr>
                <a:srgbClr val="000000"/>
              </a:buClr>
              <a:buSzPts val="1661"/>
              <a:buFont typeface="Arial"/>
              <a:buNone/>
            </a:pPr>
            <a:r>
              <a:rPr b="0" i="0" lang="en-US" sz="1692" u="none" cap="none" strike="noStrike">
                <a:solidFill>
                  <a:srgbClr val="0009DC"/>
                </a:solidFill>
                <a:latin typeface="Barlow Black"/>
                <a:ea typeface="Barlow Black"/>
                <a:cs typeface="Barlow Black"/>
                <a:sym typeface="Barlow Black"/>
              </a:rPr>
              <a:t>02</a:t>
            </a:r>
            <a:endParaRPr b="0" i="0" sz="538" u="none" cap="none" strike="noStrike">
              <a:solidFill>
                <a:srgbClr val="0009DC"/>
              </a:solidFill>
              <a:latin typeface="Barlow Black"/>
              <a:ea typeface="Barlow Black"/>
              <a:cs typeface="Barlow Black"/>
              <a:sym typeface="Barlow Black"/>
            </a:endParaRPr>
          </a:p>
        </p:txBody>
      </p:sp>
      <p:sp>
        <p:nvSpPr>
          <p:cNvPr id="190" name="Google Shape;190;p16"/>
          <p:cNvSpPr/>
          <p:nvPr/>
        </p:nvSpPr>
        <p:spPr>
          <a:xfrm>
            <a:off x="357497" y="4542126"/>
            <a:ext cx="3559800" cy="855900"/>
          </a:xfrm>
          <a:prstGeom prst="round2SameRect">
            <a:avLst>
              <a:gd fmla="val 17276" name="adj1"/>
              <a:gd fmla="val 16984"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91" name="Google Shape;191;p16"/>
          <p:cNvSpPr/>
          <p:nvPr/>
        </p:nvSpPr>
        <p:spPr>
          <a:xfrm>
            <a:off x="932865" y="4648838"/>
            <a:ext cx="19614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435"/>
              <a:buFont typeface="Arial"/>
              <a:buNone/>
            </a:pPr>
            <a:r>
              <a:rPr b="1" i="0" lang="en-US" sz="1435" u="none" cap="none" strike="noStrike">
                <a:solidFill>
                  <a:schemeClr val="dk1"/>
                </a:solidFill>
                <a:latin typeface="Barlow Semi Condensed ExtraBold"/>
                <a:ea typeface="Barlow Semi Condensed ExtraBold"/>
                <a:cs typeface="Barlow Semi Condensed ExtraBold"/>
                <a:sym typeface="Barlow Semi Condensed ExtraBold"/>
              </a:rPr>
              <a:t>SECTION TITLE</a:t>
            </a:r>
            <a:endParaRPr b="1" i="0" sz="14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192" name="Google Shape;192;p16"/>
          <p:cNvSpPr/>
          <p:nvPr/>
        </p:nvSpPr>
        <p:spPr>
          <a:xfrm>
            <a:off x="945947" y="4943951"/>
            <a:ext cx="2844300" cy="278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Inter Light"/>
                <a:ea typeface="Inter Light"/>
                <a:cs typeface="Inter Light"/>
                <a:sym typeface="Inter Light"/>
              </a:rPr>
              <a:t>Short Description Short Description Short Description</a:t>
            </a:r>
            <a:r>
              <a:rPr b="0" i="0" lang="en-US" sz="1000" u="none" cap="none" strike="noStrike">
                <a:solidFill>
                  <a:schemeClr val="dk1"/>
                </a:solidFill>
                <a:latin typeface="Arial"/>
                <a:ea typeface="Arial"/>
                <a:cs typeface="Arial"/>
                <a:sym typeface="Arial"/>
              </a:rPr>
              <a:t> </a:t>
            </a:r>
            <a:r>
              <a:rPr b="0" i="0" lang="en-US" sz="800" u="none" cap="none" strike="noStrike">
                <a:solidFill>
                  <a:schemeClr val="dk1"/>
                </a:solidFill>
                <a:latin typeface="Inter Light"/>
                <a:ea typeface="Inter Light"/>
                <a:cs typeface="Inter Light"/>
                <a:sym typeface="Inter Light"/>
              </a:rPr>
              <a:t>Short Description Short Description</a:t>
            </a:r>
            <a:endParaRPr b="0" i="0" sz="800" u="none" cap="none" strike="noStrike">
              <a:solidFill>
                <a:schemeClr val="dk1"/>
              </a:solidFill>
              <a:latin typeface="Inter Light"/>
              <a:ea typeface="Inter Light"/>
              <a:cs typeface="Inter Light"/>
              <a:sym typeface="Inter Light"/>
            </a:endParaRPr>
          </a:p>
          <a:p>
            <a:pPr indent="0" lvl="0" marL="0" marR="0" rtl="0" algn="l">
              <a:lnSpc>
                <a:spcPct val="125000"/>
              </a:lnSpc>
              <a:spcBef>
                <a:spcPts val="0"/>
              </a:spcBef>
              <a:spcAft>
                <a:spcPts val="0"/>
              </a:spcAft>
              <a:buClr>
                <a:srgbClr val="000000"/>
              </a:buClr>
              <a:buSzPts val="800"/>
              <a:buFont typeface="Arial"/>
              <a:buNone/>
            </a:pPr>
            <a:r>
              <a:t/>
            </a:r>
            <a:endParaRPr b="0" i="0" sz="800" u="none" cap="none" strike="noStrike">
              <a:solidFill>
                <a:schemeClr val="dk1"/>
              </a:solidFill>
              <a:latin typeface="Inter Light"/>
              <a:ea typeface="Inter Light"/>
              <a:cs typeface="Inter Light"/>
              <a:sym typeface="Inter Light"/>
            </a:endParaRPr>
          </a:p>
        </p:txBody>
      </p:sp>
      <p:sp>
        <p:nvSpPr>
          <p:cNvPr id="193" name="Google Shape;193;p16"/>
          <p:cNvSpPr txBox="1"/>
          <p:nvPr/>
        </p:nvSpPr>
        <p:spPr>
          <a:xfrm>
            <a:off x="500120" y="4648863"/>
            <a:ext cx="390600" cy="292500"/>
          </a:xfrm>
          <a:prstGeom prst="rect">
            <a:avLst/>
          </a:prstGeom>
          <a:noFill/>
          <a:ln>
            <a:noFill/>
          </a:ln>
        </p:spPr>
        <p:txBody>
          <a:bodyPr anchorCtr="0" anchor="t" bIns="15825" lIns="31650" spcFirstLastPara="1" rIns="31650" wrap="square" tIns="15825">
            <a:spAutoFit/>
          </a:bodyPr>
          <a:lstStyle/>
          <a:p>
            <a:pPr indent="0" lvl="0" marL="0" marR="0" rtl="0" algn="ctr">
              <a:lnSpc>
                <a:spcPct val="100000"/>
              </a:lnSpc>
              <a:spcBef>
                <a:spcPts val="0"/>
              </a:spcBef>
              <a:spcAft>
                <a:spcPts val="0"/>
              </a:spcAft>
              <a:buClr>
                <a:srgbClr val="000000"/>
              </a:buClr>
              <a:buSzPts val="1661"/>
              <a:buFont typeface="Arial"/>
              <a:buNone/>
            </a:pPr>
            <a:r>
              <a:rPr b="0" i="0" lang="en-US" sz="1692" u="none" cap="none" strike="noStrike">
                <a:solidFill>
                  <a:srgbClr val="0009DC"/>
                </a:solidFill>
                <a:latin typeface="Barlow Black"/>
                <a:ea typeface="Barlow Black"/>
                <a:cs typeface="Barlow Black"/>
                <a:sym typeface="Barlow Black"/>
              </a:rPr>
              <a:t>03</a:t>
            </a:r>
            <a:endParaRPr b="0" i="0" sz="538" u="none" cap="none" strike="noStrike">
              <a:solidFill>
                <a:srgbClr val="0009DC"/>
              </a:solidFill>
              <a:latin typeface="Barlow Black"/>
              <a:ea typeface="Barlow Black"/>
              <a:cs typeface="Barlow Black"/>
              <a:sym typeface="Barlow Black"/>
            </a:endParaRPr>
          </a:p>
        </p:txBody>
      </p:sp>
      <p:sp>
        <p:nvSpPr>
          <p:cNvPr id="194" name="Google Shape;194;p16"/>
          <p:cNvSpPr/>
          <p:nvPr/>
        </p:nvSpPr>
        <p:spPr>
          <a:xfrm>
            <a:off x="357497" y="5546701"/>
            <a:ext cx="3559800" cy="855900"/>
          </a:xfrm>
          <a:prstGeom prst="round2SameRect">
            <a:avLst>
              <a:gd fmla="val 17276" name="adj1"/>
              <a:gd fmla="val 16984"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95" name="Google Shape;195;p16"/>
          <p:cNvSpPr/>
          <p:nvPr/>
        </p:nvSpPr>
        <p:spPr>
          <a:xfrm>
            <a:off x="932865" y="5653413"/>
            <a:ext cx="19614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435"/>
              <a:buFont typeface="Arial"/>
              <a:buNone/>
            </a:pPr>
            <a:r>
              <a:rPr b="1" i="0" lang="en-US" sz="1435" u="none" cap="none" strike="noStrike">
                <a:solidFill>
                  <a:schemeClr val="dk1"/>
                </a:solidFill>
                <a:latin typeface="Barlow Semi Condensed ExtraBold"/>
                <a:ea typeface="Barlow Semi Condensed ExtraBold"/>
                <a:cs typeface="Barlow Semi Condensed ExtraBold"/>
                <a:sym typeface="Barlow Semi Condensed ExtraBold"/>
              </a:rPr>
              <a:t>SECTION TITLE</a:t>
            </a:r>
            <a:endParaRPr b="1" i="0" sz="14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196" name="Google Shape;196;p16"/>
          <p:cNvSpPr/>
          <p:nvPr/>
        </p:nvSpPr>
        <p:spPr>
          <a:xfrm>
            <a:off x="945947" y="5948526"/>
            <a:ext cx="2844300" cy="278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Inter Light"/>
                <a:ea typeface="Inter Light"/>
                <a:cs typeface="Inter Light"/>
                <a:sym typeface="Inter Light"/>
              </a:rPr>
              <a:t>Short Description Short Description Short Description</a:t>
            </a:r>
            <a:r>
              <a:rPr b="0" i="0" lang="en-US" sz="1000" u="none" cap="none" strike="noStrike">
                <a:solidFill>
                  <a:schemeClr val="dk1"/>
                </a:solidFill>
                <a:latin typeface="Arial"/>
                <a:ea typeface="Arial"/>
                <a:cs typeface="Arial"/>
                <a:sym typeface="Arial"/>
              </a:rPr>
              <a:t> </a:t>
            </a:r>
            <a:r>
              <a:rPr b="0" i="0" lang="en-US" sz="800" u="none" cap="none" strike="noStrike">
                <a:solidFill>
                  <a:schemeClr val="dk1"/>
                </a:solidFill>
                <a:latin typeface="Inter Light"/>
                <a:ea typeface="Inter Light"/>
                <a:cs typeface="Inter Light"/>
                <a:sym typeface="Inter Light"/>
              </a:rPr>
              <a:t>Short Description Short Description</a:t>
            </a:r>
            <a:endParaRPr b="0" i="0" sz="800" u="none" cap="none" strike="noStrike">
              <a:solidFill>
                <a:schemeClr val="dk1"/>
              </a:solidFill>
              <a:latin typeface="Inter Light"/>
              <a:ea typeface="Inter Light"/>
              <a:cs typeface="Inter Light"/>
              <a:sym typeface="Inter Light"/>
            </a:endParaRPr>
          </a:p>
          <a:p>
            <a:pPr indent="0" lvl="0" marL="0" marR="0" rtl="0" algn="l">
              <a:lnSpc>
                <a:spcPct val="125000"/>
              </a:lnSpc>
              <a:spcBef>
                <a:spcPts val="0"/>
              </a:spcBef>
              <a:spcAft>
                <a:spcPts val="0"/>
              </a:spcAft>
              <a:buClr>
                <a:srgbClr val="000000"/>
              </a:buClr>
              <a:buSzPts val="800"/>
              <a:buFont typeface="Arial"/>
              <a:buNone/>
            </a:pPr>
            <a:r>
              <a:t/>
            </a:r>
            <a:endParaRPr b="0" i="0" sz="800" u="none" cap="none" strike="noStrike">
              <a:solidFill>
                <a:schemeClr val="dk1"/>
              </a:solidFill>
              <a:latin typeface="Inter Light"/>
              <a:ea typeface="Inter Light"/>
              <a:cs typeface="Inter Light"/>
              <a:sym typeface="Inter Light"/>
            </a:endParaRPr>
          </a:p>
        </p:txBody>
      </p:sp>
      <p:sp>
        <p:nvSpPr>
          <p:cNvPr id="197" name="Google Shape;197;p16"/>
          <p:cNvSpPr txBox="1"/>
          <p:nvPr/>
        </p:nvSpPr>
        <p:spPr>
          <a:xfrm>
            <a:off x="528696" y="5653438"/>
            <a:ext cx="329700" cy="292500"/>
          </a:xfrm>
          <a:prstGeom prst="rect">
            <a:avLst/>
          </a:prstGeom>
          <a:noFill/>
          <a:ln>
            <a:noFill/>
          </a:ln>
        </p:spPr>
        <p:txBody>
          <a:bodyPr anchorCtr="0" anchor="t" bIns="15825" lIns="31650" spcFirstLastPara="1" rIns="31650" wrap="square" tIns="15825">
            <a:spAutoFit/>
          </a:bodyPr>
          <a:lstStyle/>
          <a:p>
            <a:pPr indent="0" lvl="0" marL="0" marR="0" rtl="0" algn="ctr">
              <a:lnSpc>
                <a:spcPct val="100000"/>
              </a:lnSpc>
              <a:spcBef>
                <a:spcPts val="0"/>
              </a:spcBef>
              <a:spcAft>
                <a:spcPts val="0"/>
              </a:spcAft>
              <a:buClr>
                <a:srgbClr val="000000"/>
              </a:buClr>
              <a:buSzPts val="1661"/>
              <a:buFont typeface="Arial"/>
              <a:buNone/>
            </a:pPr>
            <a:r>
              <a:rPr b="0" i="0" lang="en-US" sz="1692" u="none" cap="none" strike="noStrike">
                <a:solidFill>
                  <a:srgbClr val="0009DC"/>
                </a:solidFill>
                <a:latin typeface="Barlow Black"/>
                <a:ea typeface="Barlow Black"/>
                <a:cs typeface="Barlow Black"/>
                <a:sym typeface="Barlow Black"/>
              </a:rPr>
              <a:t>04</a:t>
            </a:r>
            <a:endParaRPr b="0" i="0" sz="538" u="none" cap="none" strike="noStrike">
              <a:solidFill>
                <a:srgbClr val="0009DC"/>
              </a:solidFill>
              <a:latin typeface="Barlow Black"/>
              <a:ea typeface="Barlow Black"/>
              <a:cs typeface="Barlow Black"/>
              <a:sym typeface="Barlow Black"/>
            </a:endParaRPr>
          </a:p>
        </p:txBody>
      </p:sp>
      <p:sp>
        <p:nvSpPr>
          <p:cNvPr id="198" name="Google Shape;198;p16"/>
          <p:cNvSpPr/>
          <p:nvPr/>
        </p:nvSpPr>
        <p:spPr>
          <a:xfrm>
            <a:off x="357497" y="6538563"/>
            <a:ext cx="3559800" cy="855900"/>
          </a:xfrm>
          <a:prstGeom prst="round2SameRect">
            <a:avLst>
              <a:gd fmla="val 17276" name="adj1"/>
              <a:gd fmla="val 16984"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99" name="Google Shape;199;p16"/>
          <p:cNvSpPr/>
          <p:nvPr/>
        </p:nvSpPr>
        <p:spPr>
          <a:xfrm>
            <a:off x="932865" y="6645276"/>
            <a:ext cx="19614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435"/>
              <a:buFont typeface="Arial"/>
              <a:buNone/>
            </a:pPr>
            <a:r>
              <a:rPr b="1" i="0" lang="en-US" sz="1435" u="none" cap="none" strike="noStrike">
                <a:solidFill>
                  <a:schemeClr val="dk1"/>
                </a:solidFill>
                <a:latin typeface="Barlow Semi Condensed ExtraBold"/>
                <a:ea typeface="Barlow Semi Condensed ExtraBold"/>
                <a:cs typeface="Barlow Semi Condensed ExtraBold"/>
                <a:sym typeface="Barlow Semi Condensed ExtraBold"/>
              </a:rPr>
              <a:t>SECTION TITLE</a:t>
            </a:r>
            <a:endParaRPr b="1" i="0" sz="14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200" name="Google Shape;200;p16"/>
          <p:cNvSpPr/>
          <p:nvPr/>
        </p:nvSpPr>
        <p:spPr>
          <a:xfrm>
            <a:off x="945947" y="6940388"/>
            <a:ext cx="2844300" cy="2781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800"/>
              <a:buFont typeface="Arial"/>
              <a:buNone/>
            </a:pPr>
            <a:r>
              <a:rPr b="0" i="0" lang="en-US" sz="800" u="none" cap="none" strike="noStrike">
                <a:solidFill>
                  <a:schemeClr val="dk1"/>
                </a:solidFill>
                <a:latin typeface="Inter Light"/>
                <a:ea typeface="Inter Light"/>
                <a:cs typeface="Inter Light"/>
                <a:sym typeface="Inter Light"/>
              </a:rPr>
              <a:t>Short Description Short Description Short Description</a:t>
            </a:r>
            <a:r>
              <a:rPr b="0" i="0" lang="en-US" sz="1000" u="none" cap="none" strike="noStrike">
                <a:solidFill>
                  <a:schemeClr val="dk1"/>
                </a:solidFill>
                <a:latin typeface="Arial"/>
                <a:ea typeface="Arial"/>
                <a:cs typeface="Arial"/>
                <a:sym typeface="Arial"/>
              </a:rPr>
              <a:t> </a:t>
            </a:r>
            <a:r>
              <a:rPr b="0" i="0" lang="en-US" sz="800" u="none" cap="none" strike="noStrike">
                <a:solidFill>
                  <a:schemeClr val="dk1"/>
                </a:solidFill>
                <a:latin typeface="Inter Light"/>
                <a:ea typeface="Inter Light"/>
                <a:cs typeface="Inter Light"/>
                <a:sym typeface="Inter Light"/>
              </a:rPr>
              <a:t>Short Description Short Description</a:t>
            </a:r>
            <a:endParaRPr b="0" i="0" sz="800" u="none" cap="none" strike="noStrike">
              <a:solidFill>
                <a:schemeClr val="dk1"/>
              </a:solidFill>
              <a:latin typeface="Inter Light"/>
              <a:ea typeface="Inter Light"/>
              <a:cs typeface="Inter Light"/>
              <a:sym typeface="Inter Light"/>
            </a:endParaRPr>
          </a:p>
          <a:p>
            <a:pPr indent="0" lvl="0" marL="0" marR="0" rtl="0" algn="l">
              <a:lnSpc>
                <a:spcPct val="125000"/>
              </a:lnSpc>
              <a:spcBef>
                <a:spcPts val="0"/>
              </a:spcBef>
              <a:spcAft>
                <a:spcPts val="0"/>
              </a:spcAft>
              <a:buClr>
                <a:srgbClr val="000000"/>
              </a:buClr>
              <a:buSzPts val="800"/>
              <a:buFont typeface="Arial"/>
              <a:buNone/>
            </a:pPr>
            <a:r>
              <a:t/>
            </a:r>
            <a:endParaRPr b="0" i="0" sz="800" u="none" cap="none" strike="noStrike">
              <a:solidFill>
                <a:schemeClr val="dk1"/>
              </a:solidFill>
              <a:latin typeface="Inter Light"/>
              <a:ea typeface="Inter Light"/>
              <a:cs typeface="Inter Light"/>
              <a:sym typeface="Inter Light"/>
            </a:endParaRPr>
          </a:p>
        </p:txBody>
      </p:sp>
      <p:sp>
        <p:nvSpPr>
          <p:cNvPr id="201" name="Google Shape;201;p16"/>
          <p:cNvSpPr txBox="1"/>
          <p:nvPr/>
        </p:nvSpPr>
        <p:spPr>
          <a:xfrm>
            <a:off x="528696" y="6645288"/>
            <a:ext cx="329700" cy="292500"/>
          </a:xfrm>
          <a:prstGeom prst="rect">
            <a:avLst/>
          </a:prstGeom>
          <a:noFill/>
          <a:ln>
            <a:noFill/>
          </a:ln>
        </p:spPr>
        <p:txBody>
          <a:bodyPr anchorCtr="0" anchor="t" bIns="15825" lIns="31650" spcFirstLastPara="1" rIns="31650" wrap="square" tIns="15825">
            <a:spAutoFit/>
          </a:bodyPr>
          <a:lstStyle/>
          <a:p>
            <a:pPr indent="0" lvl="0" marL="0" marR="0" rtl="0" algn="ctr">
              <a:lnSpc>
                <a:spcPct val="100000"/>
              </a:lnSpc>
              <a:spcBef>
                <a:spcPts val="0"/>
              </a:spcBef>
              <a:spcAft>
                <a:spcPts val="0"/>
              </a:spcAft>
              <a:buClr>
                <a:srgbClr val="000000"/>
              </a:buClr>
              <a:buSzPts val="1661"/>
              <a:buFont typeface="Arial"/>
              <a:buNone/>
            </a:pPr>
            <a:r>
              <a:rPr b="0" i="0" lang="en-US" sz="1692" u="none" cap="none" strike="noStrike">
                <a:solidFill>
                  <a:srgbClr val="0009DC"/>
                </a:solidFill>
                <a:latin typeface="Barlow Black"/>
                <a:ea typeface="Barlow Black"/>
                <a:cs typeface="Barlow Black"/>
                <a:sym typeface="Barlow Black"/>
              </a:rPr>
              <a:t>05</a:t>
            </a:r>
            <a:endParaRPr b="0" i="0" sz="538" u="none" cap="none" strike="noStrike">
              <a:solidFill>
                <a:srgbClr val="0009DC"/>
              </a:solidFill>
              <a:latin typeface="Barlow Black"/>
              <a:ea typeface="Barlow Black"/>
              <a:cs typeface="Barlow Black"/>
              <a:sym typeface="Barlow Black"/>
            </a:endParaRPr>
          </a:p>
        </p:txBody>
      </p:sp>
      <p:sp>
        <p:nvSpPr>
          <p:cNvPr id="202" name="Google Shape;202;p16"/>
          <p:cNvSpPr/>
          <p:nvPr/>
        </p:nvSpPr>
        <p:spPr>
          <a:xfrm>
            <a:off x="384422" y="2333660"/>
            <a:ext cx="1713600" cy="188100"/>
          </a:xfrm>
          <a:prstGeom prst="roundRect">
            <a:avLst>
              <a:gd fmla="val 50000" name="adj"/>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9DC"/>
                </a:solidFill>
                <a:latin typeface="Inter"/>
                <a:ea typeface="Inter"/>
                <a:cs typeface="Inter"/>
                <a:sym typeface="Inter"/>
              </a:rPr>
              <a:t>SECTION TITLE</a:t>
            </a:r>
            <a:endParaRPr b="1" i="0" sz="800" u="none" cap="none" strike="noStrike">
              <a:solidFill>
                <a:srgbClr val="0009DC"/>
              </a:solidFill>
              <a:latin typeface="Inter"/>
              <a:ea typeface="Inter"/>
              <a:cs typeface="Inter"/>
              <a:sym typeface="Inter"/>
            </a:endParaRPr>
          </a:p>
        </p:txBody>
      </p:sp>
      <p:sp>
        <p:nvSpPr>
          <p:cNvPr id="203" name="Google Shape;203;p16"/>
          <p:cNvSpPr/>
          <p:nvPr/>
        </p:nvSpPr>
        <p:spPr>
          <a:xfrm>
            <a:off x="4190397" y="2322958"/>
            <a:ext cx="1713600" cy="188100"/>
          </a:xfrm>
          <a:prstGeom prst="roundRect">
            <a:avLst>
              <a:gd fmla="val 50000" name="adj"/>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9DC"/>
                </a:solidFill>
                <a:latin typeface="Inter"/>
                <a:ea typeface="Inter"/>
                <a:cs typeface="Inter"/>
                <a:sym typeface="Inter"/>
              </a:rPr>
              <a:t>SECTION TITLE</a:t>
            </a:r>
            <a:endParaRPr b="1" i="0" sz="800" u="none" cap="none" strike="noStrike">
              <a:solidFill>
                <a:srgbClr val="0009DC"/>
              </a:solidFill>
              <a:latin typeface="Inter"/>
              <a:ea typeface="Inter"/>
              <a:cs typeface="Inter"/>
              <a:sym typeface="Inter"/>
            </a:endParaRPr>
          </a:p>
        </p:txBody>
      </p:sp>
      <p:sp>
        <p:nvSpPr>
          <p:cNvPr id="204" name="Google Shape;204;p16"/>
          <p:cNvSpPr/>
          <p:nvPr/>
        </p:nvSpPr>
        <p:spPr>
          <a:xfrm>
            <a:off x="4190397" y="2552438"/>
            <a:ext cx="3394200" cy="2522100"/>
          </a:xfrm>
          <a:prstGeom prst="round2SameRect">
            <a:avLst>
              <a:gd fmla="val 9820" name="adj1"/>
              <a:gd fmla="val 9949"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05" name="Google Shape;205;p16"/>
          <p:cNvSpPr/>
          <p:nvPr/>
        </p:nvSpPr>
        <p:spPr>
          <a:xfrm>
            <a:off x="4190397" y="5138862"/>
            <a:ext cx="3394200" cy="2317800"/>
          </a:xfrm>
          <a:prstGeom prst="round2SameRect">
            <a:avLst>
              <a:gd fmla="val 9820" name="adj1"/>
              <a:gd fmla="val 9949"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206" name="Google Shape;206;p16"/>
          <p:cNvGrpSpPr/>
          <p:nvPr/>
        </p:nvGrpSpPr>
        <p:grpSpPr>
          <a:xfrm>
            <a:off x="399191" y="9271395"/>
            <a:ext cx="7120559" cy="690229"/>
            <a:chOff x="820440" y="11654399"/>
            <a:chExt cx="6161252" cy="690229"/>
          </a:xfrm>
        </p:grpSpPr>
        <p:grpSp>
          <p:nvGrpSpPr>
            <p:cNvPr id="207" name="Google Shape;207;p16"/>
            <p:cNvGrpSpPr/>
            <p:nvPr/>
          </p:nvGrpSpPr>
          <p:grpSpPr>
            <a:xfrm>
              <a:off x="820440" y="11654399"/>
              <a:ext cx="1460952" cy="690229"/>
              <a:chOff x="939369" y="10521587"/>
              <a:chExt cx="1652100" cy="831000"/>
            </a:xfrm>
          </p:grpSpPr>
          <p:sp>
            <p:nvSpPr>
              <p:cNvPr id="208" name="Google Shape;208;p16"/>
              <p:cNvSpPr/>
              <p:nvPr/>
            </p:nvSpPr>
            <p:spPr>
              <a:xfrm>
                <a:off x="939369" y="10521587"/>
                <a:ext cx="1652100" cy="831000"/>
              </a:xfrm>
              <a:prstGeom prst="roundRect">
                <a:avLst>
                  <a:gd fmla="val 15988" name="adj"/>
                </a:avLst>
              </a:prstGeom>
              <a:solidFill>
                <a:srgbClr val="AEF33E"/>
              </a:solidFill>
              <a:ln>
                <a:noFill/>
              </a:ln>
            </p:spPr>
            <p:txBody>
              <a:bodyPr anchorCtr="0" anchor="ctr" bIns="28475" lIns="56950" spcFirstLastPara="1" rIns="56950" wrap="square" tIns="28475">
                <a:noAutofit/>
              </a:bodyPr>
              <a:lstStyle/>
              <a:p>
                <a:pPr indent="0" lvl="0" marL="0" marR="0" rtl="0" algn="ctr">
                  <a:lnSpc>
                    <a:spcPct val="100000"/>
                  </a:lnSpc>
                  <a:spcBef>
                    <a:spcPts val="0"/>
                  </a:spcBef>
                  <a:spcAft>
                    <a:spcPts val="0"/>
                  </a:spcAft>
                  <a:buClr>
                    <a:srgbClr val="000000"/>
                  </a:buClr>
                  <a:buSzPts val="914"/>
                  <a:buFont typeface="Arial"/>
                  <a:buNone/>
                </a:pPr>
                <a:r>
                  <a:t/>
                </a:r>
                <a:endParaRPr b="0" i="0" sz="914" u="none" cap="none" strike="noStrike">
                  <a:solidFill>
                    <a:srgbClr val="FFFFFF"/>
                  </a:solidFill>
                  <a:latin typeface="Arial"/>
                  <a:ea typeface="Arial"/>
                  <a:cs typeface="Arial"/>
                  <a:sym typeface="Arial"/>
                </a:endParaRPr>
              </a:p>
            </p:txBody>
          </p:sp>
          <p:sp>
            <p:nvSpPr>
              <p:cNvPr id="209" name="Google Shape;209;p16"/>
              <p:cNvSpPr txBox="1"/>
              <p:nvPr/>
            </p:nvSpPr>
            <p:spPr>
              <a:xfrm>
                <a:off x="1056897" y="10541610"/>
                <a:ext cx="1312500" cy="577200"/>
              </a:xfrm>
              <a:prstGeom prst="rect">
                <a:avLst/>
              </a:prstGeom>
              <a:noFill/>
              <a:ln>
                <a:noFill/>
              </a:ln>
            </p:spPr>
            <p:txBody>
              <a:bodyPr anchorCtr="0" anchor="t" bIns="28475" lIns="56950" spcFirstLastPara="1" rIns="56950" wrap="square" tIns="28475">
                <a:spAutoFit/>
              </a:bodyPr>
              <a:lstStyle/>
              <a:p>
                <a:pPr indent="0" lvl="0" marL="0" marR="0" rtl="0" algn="l">
                  <a:lnSpc>
                    <a:spcPct val="100000"/>
                  </a:lnSpc>
                  <a:spcBef>
                    <a:spcPts val="0"/>
                  </a:spcBef>
                  <a:spcAft>
                    <a:spcPts val="0"/>
                  </a:spcAft>
                  <a:buClr>
                    <a:srgbClr val="000000"/>
                  </a:buClr>
                  <a:buSzPts val="2990"/>
                  <a:buFont typeface="Arial"/>
                  <a:buNone/>
                </a:pPr>
                <a:r>
                  <a:rPr b="0" i="0" lang="en-US" sz="2741" u="none" cap="none" strike="noStrike">
                    <a:solidFill>
                      <a:srgbClr val="0009DC"/>
                    </a:solidFill>
                    <a:latin typeface="Barlow Black"/>
                    <a:ea typeface="Barlow Black"/>
                    <a:cs typeface="Barlow Black"/>
                    <a:sym typeface="Barlow Black"/>
                  </a:rPr>
                  <a:t>xx</a:t>
                </a:r>
                <a:endParaRPr b="0" i="0" sz="664" u="none" cap="none" strike="noStrike">
                  <a:solidFill>
                    <a:srgbClr val="0009DC"/>
                  </a:solidFill>
                  <a:latin typeface="Barlow Black"/>
                  <a:ea typeface="Barlow Black"/>
                  <a:cs typeface="Barlow Black"/>
                  <a:sym typeface="Barlow Black"/>
                </a:endParaRPr>
              </a:p>
            </p:txBody>
          </p:sp>
          <p:sp>
            <p:nvSpPr>
              <p:cNvPr id="210" name="Google Shape;210;p16"/>
              <p:cNvSpPr txBox="1"/>
              <p:nvPr/>
            </p:nvSpPr>
            <p:spPr>
              <a:xfrm>
                <a:off x="1056930" y="11011012"/>
                <a:ext cx="1312500" cy="238500"/>
              </a:xfrm>
              <a:prstGeom prst="rect">
                <a:avLst/>
              </a:prstGeom>
              <a:noFill/>
              <a:ln>
                <a:noFill/>
              </a:ln>
            </p:spPr>
            <p:txBody>
              <a:bodyPr anchorCtr="0" anchor="t" bIns="28475" lIns="56950" spcFirstLastPara="1" rIns="56950" wrap="square" tIns="28475">
                <a:spAutoFit/>
              </a:bodyPr>
              <a:lstStyle/>
              <a:p>
                <a:pPr indent="0" lvl="0" marL="0" marR="0" rtl="0" algn="l">
                  <a:lnSpc>
                    <a:spcPct val="100000"/>
                  </a:lnSpc>
                  <a:spcBef>
                    <a:spcPts val="0"/>
                  </a:spcBef>
                  <a:spcAft>
                    <a:spcPts val="0"/>
                  </a:spcAft>
                  <a:buClr>
                    <a:srgbClr val="000000"/>
                  </a:buClr>
                  <a:buSzPts val="914"/>
                  <a:buFont typeface="Arial"/>
                  <a:buNone/>
                </a:pPr>
                <a:r>
                  <a:rPr b="0" i="0" lang="en-US" sz="914" u="none" cap="none" strike="noStrike">
                    <a:solidFill>
                      <a:srgbClr val="000000"/>
                    </a:solidFill>
                    <a:latin typeface="Inter Medium"/>
                    <a:ea typeface="Inter Medium"/>
                    <a:cs typeface="Inter Medium"/>
                    <a:sym typeface="Inter Medium"/>
                  </a:rPr>
                  <a:t>KPI Name</a:t>
                </a:r>
                <a:endParaRPr b="0" i="0" sz="914" u="none" cap="none" strike="noStrike">
                  <a:solidFill>
                    <a:srgbClr val="000000"/>
                  </a:solidFill>
                  <a:latin typeface="Inter Medium"/>
                  <a:ea typeface="Inter Medium"/>
                  <a:cs typeface="Inter Medium"/>
                  <a:sym typeface="Inter Medium"/>
                </a:endParaRPr>
              </a:p>
            </p:txBody>
          </p:sp>
        </p:grpSp>
        <p:grpSp>
          <p:nvGrpSpPr>
            <p:cNvPr id="211" name="Google Shape;211;p16"/>
            <p:cNvGrpSpPr/>
            <p:nvPr/>
          </p:nvGrpSpPr>
          <p:grpSpPr>
            <a:xfrm>
              <a:off x="2371540" y="11654399"/>
              <a:ext cx="1460952" cy="690229"/>
              <a:chOff x="939369" y="10521587"/>
              <a:chExt cx="1652100" cy="831000"/>
            </a:xfrm>
          </p:grpSpPr>
          <p:sp>
            <p:nvSpPr>
              <p:cNvPr id="212" name="Google Shape;212;p16"/>
              <p:cNvSpPr/>
              <p:nvPr/>
            </p:nvSpPr>
            <p:spPr>
              <a:xfrm>
                <a:off x="939369" y="10521587"/>
                <a:ext cx="1652100" cy="831000"/>
              </a:xfrm>
              <a:prstGeom prst="roundRect">
                <a:avLst>
                  <a:gd fmla="val 15988" name="adj"/>
                </a:avLst>
              </a:prstGeom>
              <a:solidFill>
                <a:srgbClr val="AEF33E"/>
              </a:solidFill>
              <a:ln>
                <a:noFill/>
              </a:ln>
            </p:spPr>
            <p:txBody>
              <a:bodyPr anchorCtr="0" anchor="ctr" bIns="28475" lIns="56950" spcFirstLastPara="1" rIns="56950" wrap="square" tIns="28475">
                <a:noAutofit/>
              </a:bodyPr>
              <a:lstStyle/>
              <a:p>
                <a:pPr indent="0" lvl="0" marL="0" marR="0" rtl="0" algn="ctr">
                  <a:lnSpc>
                    <a:spcPct val="100000"/>
                  </a:lnSpc>
                  <a:spcBef>
                    <a:spcPts val="0"/>
                  </a:spcBef>
                  <a:spcAft>
                    <a:spcPts val="0"/>
                  </a:spcAft>
                  <a:buClr>
                    <a:srgbClr val="000000"/>
                  </a:buClr>
                  <a:buSzPts val="914"/>
                  <a:buFont typeface="Arial"/>
                  <a:buNone/>
                </a:pPr>
                <a:r>
                  <a:t/>
                </a:r>
                <a:endParaRPr b="0" i="0" sz="914" u="none" cap="none" strike="noStrike">
                  <a:solidFill>
                    <a:srgbClr val="FFFFFF"/>
                  </a:solidFill>
                  <a:latin typeface="Arial"/>
                  <a:ea typeface="Arial"/>
                  <a:cs typeface="Arial"/>
                  <a:sym typeface="Arial"/>
                </a:endParaRPr>
              </a:p>
            </p:txBody>
          </p:sp>
          <p:sp>
            <p:nvSpPr>
              <p:cNvPr id="213" name="Google Shape;213;p16"/>
              <p:cNvSpPr txBox="1"/>
              <p:nvPr/>
            </p:nvSpPr>
            <p:spPr>
              <a:xfrm>
                <a:off x="1056897" y="10541610"/>
                <a:ext cx="1312500" cy="577200"/>
              </a:xfrm>
              <a:prstGeom prst="rect">
                <a:avLst/>
              </a:prstGeom>
              <a:noFill/>
              <a:ln>
                <a:noFill/>
              </a:ln>
            </p:spPr>
            <p:txBody>
              <a:bodyPr anchorCtr="0" anchor="t" bIns="28475" lIns="56950" spcFirstLastPara="1" rIns="56950" wrap="square" tIns="28475">
                <a:spAutoFit/>
              </a:bodyPr>
              <a:lstStyle/>
              <a:p>
                <a:pPr indent="0" lvl="0" marL="0" marR="0" rtl="0" algn="l">
                  <a:lnSpc>
                    <a:spcPct val="100000"/>
                  </a:lnSpc>
                  <a:spcBef>
                    <a:spcPts val="0"/>
                  </a:spcBef>
                  <a:spcAft>
                    <a:spcPts val="0"/>
                  </a:spcAft>
                  <a:buClr>
                    <a:srgbClr val="000000"/>
                  </a:buClr>
                  <a:buSzPts val="2990"/>
                  <a:buFont typeface="Arial"/>
                  <a:buNone/>
                </a:pPr>
                <a:r>
                  <a:rPr b="0" i="0" lang="en-US" sz="2741" u="none" cap="none" strike="noStrike">
                    <a:solidFill>
                      <a:srgbClr val="0009DC"/>
                    </a:solidFill>
                    <a:latin typeface="Barlow Black"/>
                    <a:ea typeface="Barlow Black"/>
                    <a:cs typeface="Barlow Black"/>
                    <a:sym typeface="Barlow Black"/>
                  </a:rPr>
                  <a:t>xx</a:t>
                </a:r>
                <a:endParaRPr b="0" i="0" sz="664" u="none" cap="none" strike="noStrike">
                  <a:solidFill>
                    <a:srgbClr val="0009DC"/>
                  </a:solidFill>
                  <a:latin typeface="Barlow Black"/>
                  <a:ea typeface="Barlow Black"/>
                  <a:cs typeface="Barlow Black"/>
                  <a:sym typeface="Barlow Black"/>
                </a:endParaRPr>
              </a:p>
            </p:txBody>
          </p:sp>
          <p:sp>
            <p:nvSpPr>
              <p:cNvPr id="214" name="Google Shape;214;p16"/>
              <p:cNvSpPr txBox="1"/>
              <p:nvPr/>
            </p:nvSpPr>
            <p:spPr>
              <a:xfrm>
                <a:off x="1056930" y="11011012"/>
                <a:ext cx="1312500" cy="238500"/>
              </a:xfrm>
              <a:prstGeom prst="rect">
                <a:avLst/>
              </a:prstGeom>
              <a:noFill/>
              <a:ln>
                <a:noFill/>
              </a:ln>
            </p:spPr>
            <p:txBody>
              <a:bodyPr anchorCtr="0" anchor="t" bIns="28475" lIns="56950" spcFirstLastPara="1" rIns="56950" wrap="square" tIns="28475">
                <a:spAutoFit/>
              </a:bodyPr>
              <a:lstStyle/>
              <a:p>
                <a:pPr indent="0" lvl="0" marL="0" marR="0" rtl="0" algn="l">
                  <a:lnSpc>
                    <a:spcPct val="100000"/>
                  </a:lnSpc>
                  <a:spcBef>
                    <a:spcPts val="0"/>
                  </a:spcBef>
                  <a:spcAft>
                    <a:spcPts val="0"/>
                  </a:spcAft>
                  <a:buClr>
                    <a:srgbClr val="000000"/>
                  </a:buClr>
                  <a:buSzPts val="914"/>
                  <a:buFont typeface="Arial"/>
                  <a:buNone/>
                </a:pPr>
                <a:r>
                  <a:rPr b="0" i="0" lang="en-US" sz="914" u="none" cap="none" strike="noStrike">
                    <a:solidFill>
                      <a:srgbClr val="000000"/>
                    </a:solidFill>
                    <a:latin typeface="Inter Medium"/>
                    <a:ea typeface="Inter Medium"/>
                    <a:cs typeface="Inter Medium"/>
                    <a:sym typeface="Inter Medium"/>
                  </a:rPr>
                  <a:t>KPI Name</a:t>
                </a:r>
                <a:endParaRPr b="0" i="0" sz="914" u="none" cap="none" strike="noStrike">
                  <a:solidFill>
                    <a:srgbClr val="000000"/>
                  </a:solidFill>
                  <a:latin typeface="Inter Medium"/>
                  <a:ea typeface="Inter Medium"/>
                  <a:cs typeface="Inter Medium"/>
                  <a:sym typeface="Inter Medium"/>
                </a:endParaRPr>
              </a:p>
            </p:txBody>
          </p:sp>
        </p:grpSp>
        <p:grpSp>
          <p:nvGrpSpPr>
            <p:cNvPr id="215" name="Google Shape;215;p16"/>
            <p:cNvGrpSpPr/>
            <p:nvPr/>
          </p:nvGrpSpPr>
          <p:grpSpPr>
            <a:xfrm>
              <a:off x="3946140" y="11654399"/>
              <a:ext cx="1460952" cy="690229"/>
              <a:chOff x="939369" y="10521587"/>
              <a:chExt cx="1652100" cy="831000"/>
            </a:xfrm>
          </p:grpSpPr>
          <p:sp>
            <p:nvSpPr>
              <p:cNvPr id="216" name="Google Shape;216;p16"/>
              <p:cNvSpPr/>
              <p:nvPr/>
            </p:nvSpPr>
            <p:spPr>
              <a:xfrm>
                <a:off x="939369" y="10521587"/>
                <a:ext cx="1652100" cy="831000"/>
              </a:xfrm>
              <a:prstGeom prst="roundRect">
                <a:avLst>
                  <a:gd fmla="val 15988" name="adj"/>
                </a:avLst>
              </a:prstGeom>
              <a:solidFill>
                <a:srgbClr val="AEF33E"/>
              </a:solidFill>
              <a:ln>
                <a:noFill/>
              </a:ln>
            </p:spPr>
            <p:txBody>
              <a:bodyPr anchorCtr="0" anchor="ctr" bIns="28475" lIns="56950" spcFirstLastPara="1" rIns="56950" wrap="square" tIns="28475">
                <a:noAutofit/>
              </a:bodyPr>
              <a:lstStyle/>
              <a:p>
                <a:pPr indent="0" lvl="0" marL="0" marR="0" rtl="0" algn="ctr">
                  <a:lnSpc>
                    <a:spcPct val="100000"/>
                  </a:lnSpc>
                  <a:spcBef>
                    <a:spcPts val="0"/>
                  </a:spcBef>
                  <a:spcAft>
                    <a:spcPts val="0"/>
                  </a:spcAft>
                  <a:buClr>
                    <a:srgbClr val="000000"/>
                  </a:buClr>
                  <a:buSzPts val="914"/>
                  <a:buFont typeface="Arial"/>
                  <a:buNone/>
                </a:pPr>
                <a:r>
                  <a:t/>
                </a:r>
                <a:endParaRPr b="0" i="0" sz="914" u="none" cap="none" strike="noStrike">
                  <a:solidFill>
                    <a:srgbClr val="FFFFFF"/>
                  </a:solidFill>
                  <a:latin typeface="Arial"/>
                  <a:ea typeface="Arial"/>
                  <a:cs typeface="Arial"/>
                  <a:sym typeface="Arial"/>
                </a:endParaRPr>
              </a:p>
            </p:txBody>
          </p:sp>
          <p:sp>
            <p:nvSpPr>
              <p:cNvPr id="217" name="Google Shape;217;p16"/>
              <p:cNvSpPr txBox="1"/>
              <p:nvPr/>
            </p:nvSpPr>
            <p:spPr>
              <a:xfrm>
                <a:off x="1056897" y="10541610"/>
                <a:ext cx="1312500" cy="577200"/>
              </a:xfrm>
              <a:prstGeom prst="rect">
                <a:avLst/>
              </a:prstGeom>
              <a:noFill/>
              <a:ln>
                <a:noFill/>
              </a:ln>
            </p:spPr>
            <p:txBody>
              <a:bodyPr anchorCtr="0" anchor="t" bIns="28475" lIns="56950" spcFirstLastPara="1" rIns="56950" wrap="square" tIns="28475">
                <a:spAutoFit/>
              </a:bodyPr>
              <a:lstStyle/>
              <a:p>
                <a:pPr indent="0" lvl="0" marL="0" marR="0" rtl="0" algn="l">
                  <a:lnSpc>
                    <a:spcPct val="100000"/>
                  </a:lnSpc>
                  <a:spcBef>
                    <a:spcPts val="0"/>
                  </a:spcBef>
                  <a:spcAft>
                    <a:spcPts val="0"/>
                  </a:spcAft>
                  <a:buClr>
                    <a:srgbClr val="000000"/>
                  </a:buClr>
                  <a:buSzPts val="2990"/>
                  <a:buFont typeface="Arial"/>
                  <a:buNone/>
                </a:pPr>
                <a:r>
                  <a:rPr b="0" i="0" lang="en-US" sz="2741" u="none" cap="none" strike="noStrike">
                    <a:solidFill>
                      <a:srgbClr val="0009DC"/>
                    </a:solidFill>
                    <a:latin typeface="Barlow Black"/>
                    <a:ea typeface="Barlow Black"/>
                    <a:cs typeface="Barlow Black"/>
                    <a:sym typeface="Barlow Black"/>
                  </a:rPr>
                  <a:t>xx</a:t>
                </a:r>
                <a:endParaRPr b="0" i="0" sz="664" u="none" cap="none" strike="noStrike">
                  <a:solidFill>
                    <a:srgbClr val="0009DC"/>
                  </a:solidFill>
                  <a:latin typeface="Barlow Black"/>
                  <a:ea typeface="Barlow Black"/>
                  <a:cs typeface="Barlow Black"/>
                  <a:sym typeface="Barlow Black"/>
                </a:endParaRPr>
              </a:p>
            </p:txBody>
          </p:sp>
          <p:sp>
            <p:nvSpPr>
              <p:cNvPr id="218" name="Google Shape;218;p16"/>
              <p:cNvSpPr txBox="1"/>
              <p:nvPr/>
            </p:nvSpPr>
            <p:spPr>
              <a:xfrm>
                <a:off x="1056930" y="11011012"/>
                <a:ext cx="1312500" cy="238500"/>
              </a:xfrm>
              <a:prstGeom prst="rect">
                <a:avLst/>
              </a:prstGeom>
              <a:noFill/>
              <a:ln>
                <a:noFill/>
              </a:ln>
            </p:spPr>
            <p:txBody>
              <a:bodyPr anchorCtr="0" anchor="t" bIns="28475" lIns="56950" spcFirstLastPara="1" rIns="56950" wrap="square" tIns="28475">
                <a:spAutoFit/>
              </a:bodyPr>
              <a:lstStyle/>
              <a:p>
                <a:pPr indent="0" lvl="0" marL="0" marR="0" rtl="0" algn="l">
                  <a:lnSpc>
                    <a:spcPct val="100000"/>
                  </a:lnSpc>
                  <a:spcBef>
                    <a:spcPts val="0"/>
                  </a:spcBef>
                  <a:spcAft>
                    <a:spcPts val="0"/>
                  </a:spcAft>
                  <a:buClr>
                    <a:srgbClr val="000000"/>
                  </a:buClr>
                  <a:buSzPts val="914"/>
                  <a:buFont typeface="Arial"/>
                  <a:buNone/>
                </a:pPr>
                <a:r>
                  <a:rPr b="0" i="0" lang="en-US" sz="914" u="none" cap="none" strike="noStrike">
                    <a:solidFill>
                      <a:srgbClr val="000000"/>
                    </a:solidFill>
                    <a:latin typeface="Inter Medium"/>
                    <a:ea typeface="Inter Medium"/>
                    <a:cs typeface="Inter Medium"/>
                    <a:sym typeface="Inter Medium"/>
                  </a:rPr>
                  <a:t>KPI Name</a:t>
                </a:r>
                <a:endParaRPr b="0" i="0" sz="914" u="none" cap="none" strike="noStrike">
                  <a:solidFill>
                    <a:srgbClr val="000000"/>
                  </a:solidFill>
                  <a:latin typeface="Inter Medium"/>
                  <a:ea typeface="Inter Medium"/>
                  <a:cs typeface="Inter Medium"/>
                  <a:sym typeface="Inter Medium"/>
                </a:endParaRPr>
              </a:p>
            </p:txBody>
          </p:sp>
        </p:grpSp>
        <p:grpSp>
          <p:nvGrpSpPr>
            <p:cNvPr id="219" name="Google Shape;219;p16"/>
            <p:cNvGrpSpPr/>
            <p:nvPr/>
          </p:nvGrpSpPr>
          <p:grpSpPr>
            <a:xfrm>
              <a:off x="5520740" y="11654399"/>
              <a:ext cx="1460952" cy="690229"/>
              <a:chOff x="939369" y="10521587"/>
              <a:chExt cx="1652100" cy="831000"/>
            </a:xfrm>
          </p:grpSpPr>
          <p:sp>
            <p:nvSpPr>
              <p:cNvPr id="220" name="Google Shape;220;p16"/>
              <p:cNvSpPr/>
              <p:nvPr/>
            </p:nvSpPr>
            <p:spPr>
              <a:xfrm>
                <a:off x="939369" y="10521587"/>
                <a:ext cx="1652100" cy="831000"/>
              </a:xfrm>
              <a:prstGeom prst="roundRect">
                <a:avLst>
                  <a:gd fmla="val 15988" name="adj"/>
                </a:avLst>
              </a:prstGeom>
              <a:solidFill>
                <a:srgbClr val="AEF33E"/>
              </a:solidFill>
              <a:ln>
                <a:noFill/>
              </a:ln>
            </p:spPr>
            <p:txBody>
              <a:bodyPr anchorCtr="0" anchor="ctr" bIns="28475" lIns="56950" spcFirstLastPara="1" rIns="56950" wrap="square" tIns="28475">
                <a:noAutofit/>
              </a:bodyPr>
              <a:lstStyle/>
              <a:p>
                <a:pPr indent="0" lvl="0" marL="0" marR="0" rtl="0" algn="ctr">
                  <a:lnSpc>
                    <a:spcPct val="100000"/>
                  </a:lnSpc>
                  <a:spcBef>
                    <a:spcPts val="0"/>
                  </a:spcBef>
                  <a:spcAft>
                    <a:spcPts val="0"/>
                  </a:spcAft>
                  <a:buClr>
                    <a:srgbClr val="000000"/>
                  </a:buClr>
                  <a:buSzPts val="914"/>
                  <a:buFont typeface="Arial"/>
                  <a:buNone/>
                </a:pPr>
                <a:r>
                  <a:t/>
                </a:r>
                <a:endParaRPr b="0" i="0" sz="914" u="none" cap="none" strike="noStrike">
                  <a:solidFill>
                    <a:srgbClr val="FFFFFF"/>
                  </a:solidFill>
                  <a:latin typeface="Arial"/>
                  <a:ea typeface="Arial"/>
                  <a:cs typeface="Arial"/>
                  <a:sym typeface="Arial"/>
                </a:endParaRPr>
              </a:p>
            </p:txBody>
          </p:sp>
          <p:sp>
            <p:nvSpPr>
              <p:cNvPr id="221" name="Google Shape;221;p16"/>
              <p:cNvSpPr txBox="1"/>
              <p:nvPr/>
            </p:nvSpPr>
            <p:spPr>
              <a:xfrm>
                <a:off x="1056897" y="10541610"/>
                <a:ext cx="1312500" cy="577200"/>
              </a:xfrm>
              <a:prstGeom prst="rect">
                <a:avLst/>
              </a:prstGeom>
              <a:noFill/>
              <a:ln>
                <a:noFill/>
              </a:ln>
            </p:spPr>
            <p:txBody>
              <a:bodyPr anchorCtr="0" anchor="t" bIns="28475" lIns="56950" spcFirstLastPara="1" rIns="56950" wrap="square" tIns="28475">
                <a:spAutoFit/>
              </a:bodyPr>
              <a:lstStyle/>
              <a:p>
                <a:pPr indent="0" lvl="0" marL="0" marR="0" rtl="0" algn="l">
                  <a:lnSpc>
                    <a:spcPct val="100000"/>
                  </a:lnSpc>
                  <a:spcBef>
                    <a:spcPts val="0"/>
                  </a:spcBef>
                  <a:spcAft>
                    <a:spcPts val="0"/>
                  </a:spcAft>
                  <a:buClr>
                    <a:srgbClr val="000000"/>
                  </a:buClr>
                  <a:buSzPts val="2990"/>
                  <a:buFont typeface="Arial"/>
                  <a:buNone/>
                </a:pPr>
                <a:r>
                  <a:rPr b="0" i="0" lang="en-US" sz="2741" u="none" cap="none" strike="noStrike">
                    <a:solidFill>
                      <a:srgbClr val="0009DC"/>
                    </a:solidFill>
                    <a:latin typeface="Barlow Black"/>
                    <a:ea typeface="Barlow Black"/>
                    <a:cs typeface="Barlow Black"/>
                    <a:sym typeface="Barlow Black"/>
                  </a:rPr>
                  <a:t>xx</a:t>
                </a:r>
                <a:endParaRPr b="0" i="0" sz="664" u="none" cap="none" strike="noStrike">
                  <a:solidFill>
                    <a:srgbClr val="0009DC"/>
                  </a:solidFill>
                  <a:latin typeface="Barlow Black"/>
                  <a:ea typeface="Barlow Black"/>
                  <a:cs typeface="Barlow Black"/>
                  <a:sym typeface="Barlow Black"/>
                </a:endParaRPr>
              </a:p>
            </p:txBody>
          </p:sp>
          <p:sp>
            <p:nvSpPr>
              <p:cNvPr id="222" name="Google Shape;222;p16"/>
              <p:cNvSpPr txBox="1"/>
              <p:nvPr/>
            </p:nvSpPr>
            <p:spPr>
              <a:xfrm>
                <a:off x="1056930" y="11011012"/>
                <a:ext cx="1312500" cy="238500"/>
              </a:xfrm>
              <a:prstGeom prst="rect">
                <a:avLst/>
              </a:prstGeom>
              <a:noFill/>
              <a:ln>
                <a:noFill/>
              </a:ln>
            </p:spPr>
            <p:txBody>
              <a:bodyPr anchorCtr="0" anchor="t" bIns="28475" lIns="56950" spcFirstLastPara="1" rIns="56950" wrap="square" tIns="28475">
                <a:spAutoFit/>
              </a:bodyPr>
              <a:lstStyle/>
              <a:p>
                <a:pPr indent="0" lvl="0" marL="0" marR="0" rtl="0" algn="l">
                  <a:lnSpc>
                    <a:spcPct val="100000"/>
                  </a:lnSpc>
                  <a:spcBef>
                    <a:spcPts val="0"/>
                  </a:spcBef>
                  <a:spcAft>
                    <a:spcPts val="0"/>
                  </a:spcAft>
                  <a:buClr>
                    <a:srgbClr val="000000"/>
                  </a:buClr>
                  <a:buSzPts val="914"/>
                  <a:buFont typeface="Arial"/>
                  <a:buNone/>
                </a:pPr>
                <a:r>
                  <a:rPr b="0" i="0" lang="en-US" sz="914" u="none" cap="none" strike="noStrike">
                    <a:solidFill>
                      <a:srgbClr val="000000"/>
                    </a:solidFill>
                    <a:latin typeface="Inter Medium"/>
                    <a:ea typeface="Inter Medium"/>
                    <a:cs typeface="Inter Medium"/>
                    <a:sym typeface="Inter Medium"/>
                  </a:rPr>
                  <a:t>KPI Name</a:t>
                </a:r>
                <a:endParaRPr b="0" i="0" sz="914" u="none" cap="none" strike="noStrike">
                  <a:solidFill>
                    <a:srgbClr val="000000"/>
                  </a:solidFill>
                  <a:latin typeface="Inter Medium"/>
                  <a:ea typeface="Inter Medium"/>
                  <a:cs typeface="Inter Medium"/>
                  <a:sym typeface="Inter Medium"/>
                </a:endParaRPr>
              </a:p>
            </p:txBody>
          </p:sp>
        </p:grpSp>
      </p:grpSp>
      <p:sp>
        <p:nvSpPr>
          <p:cNvPr id="223" name="Google Shape;223;p16"/>
          <p:cNvSpPr/>
          <p:nvPr/>
        </p:nvSpPr>
        <p:spPr>
          <a:xfrm>
            <a:off x="374144" y="7725888"/>
            <a:ext cx="7210500" cy="1395600"/>
          </a:xfrm>
          <a:prstGeom prst="roundRect">
            <a:avLst>
              <a:gd fmla="val 16935" name="adj"/>
            </a:avLst>
          </a:prstGeom>
          <a:solidFill>
            <a:srgbClr val="4169E1">
              <a:alpha val="902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24" name="Google Shape;224;p16"/>
          <p:cNvSpPr/>
          <p:nvPr/>
        </p:nvSpPr>
        <p:spPr>
          <a:xfrm>
            <a:off x="374151" y="7596438"/>
            <a:ext cx="7210500" cy="355200"/>
          </a:xfrm>
          <a:prstGeom prst="roundRect">
            <a:avLst>
              <a:gd fmla="val 16667" name="adj"/>
            </a:avLst>
          </a:prstGeom>
          <a:solidFill>
            <a:srgbClr val="0009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25" name="Google Shape;225;p16"/>
          <p:cNvSpPr txBox="1"/>
          <p:nvPr/>
        </p:nvSpPr>
        <p:spPr>
          <a:xfrm>
            <a:off x="903414" y="7633222"/>
            <a:ext cx="6152400" cy="2847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Barlow Condensed"/>
                <a:ea typeface="Barlow Condensed"/>
                <a:cs typeface="Barlow Condensed"/>
                <a:sym typeface="Barlow Condensed"/>
              </a:rPr>
              <a:t>SECTION TITLE</a:t>
            </a:r>
            <a:endParaRPr b="1" i="0" sz="1400" u="none" cap="none" strike="noStrike">
              <a:solidFill>
                <a:srgbClr val="FFFFFF"/>
              </a:solidFill>
              <a:latin typeface="Barlow Condensed"/>
              <a:ea typeface="Barlow Condensed"/>
              <a:cs typeface="Barlow Condensed"/>
              <a:sym typeface="Barlow Condensed"/>
            </a:endParaRPr>
          </a:p>
        </p:txBody>
      </p:sp>
      <p:sp>
        <p:nvSpPr>
          <p:cNvPr id="226" name="Google Shape;226;p16"/>
          <p:cNvSpPr/>
          <p:nvPr/>
        </p:nvSpPr>
        <p:spPr>
          <a:xfrm>
            <a:off x="202762" y="10116707"/>
            <a:ext cx="2417400" cy="3422400"/>
          </a:xfrm>
          <a:prstGeom prst="roundRect">
            <a:avLst>
              <a:gd fmla="val 4188" name="adj"/>
            </a:avLst>
          </a:prstGeom>
          <a:solidFill>
            <a:srgbClr val="FFFFFF"/>
          </a:solidFill>
          <a:ln cap="flat" cmpd="sng" w="952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27" name="Google Shape;227;p16"/>
          <p:cNvSpPr/>
          <p:nvPr/>
        </p:nvSpPr>
        <p:spPr>
          <a:xfrm>
            <a:off x="291504" y="10206425"/>
            <a:ext cx="2251200" cy="1499100"/>
          </a:xfrm>
          <a:prstGeom prst="roundRect">
            <a:avLst>
              <a:gd fmla="val 4364" name="adj"/>
            </a:avLst>
          </a:prstGeom>
          <a:solidFill>
            <a:srgbClr val="4169E1">
              <a:alpha val="15294"/>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28" name="Google Shape;228;p16"/>
          <p:cNvSpPr/>
          <p:nvPr/>
        </p:nvSpPr>
        <p:spPr>
          <a:xfrm>
            <a:off x="452735" y="10370384"/>
            <a:ext cx="1913100" cy="1165800"/>
          </a:xfrm>
          <a:prstGeom prst="roundRect">
            <a:avLst>
              <a:gd fmla="val 4508" name="adj"/>
            </a:avLst>
          </a:prstGeom>
          <a:solidFill>
            <a:srgbClr val="0009DC"/>
          </a:solidFill>
          <a:ln>
            <a:noFill/>
          </a:ln>
          <a:effectLst>
            <a:outerShdw blurRad="282366" rotWithShape="0" algn="bl" dir="5400000" dist="22146">
              <a:srgbClr val="000000">
                <a:alpha val="12157"/>
              </a:srgbClr>
            </a:outerShdw>
          </a:effectLst>
        </p:spPr>
        <p:txBody>
          <a:bodyPr anchorCtr="0" anchor="ctr" bIns="106275" lIns="106275" spcFirstLastPara="1" rIns="106275" wrap="square" tIns="106275">
            <a:noAutofit/>
          </a:bodyPr>
          <a:lstStyle/>
          <a:p>
            <a:pPr indent="0" lvl="0" marL="0" marR="0" rtl="0" algn="ctr">
              <a:lnSpc>
                <a:spcPct val="100000"/>
              </a:lnSpc>
              <a:spcBef>
                <a:spcPts val="0"/>
              </a:spcBef>
              <a:spcAft>
                <a:spcPts val="0"/>
              </a:spcAft>
              <a:buClr>
                <a:srgbClr val="000000"/>
              </a:buClr>
              <a:buSzPts val="1628"/>
              <a:buFont typeface="Arial"/>
              <a:buNone/>
            </a:pPr>
            <a:r>
              <a:t/>
            </a:r>
            <a:endParaRPr b="0" i="0" sz="1628" u="none" cap="none" strike="noStrike">
              <a:solidFill>
                <a:srgbClr val="000000"/>
              </a:solidFill>
              <a:latin typeface="Calibri"/>
              <a:ea typeface="Calibri"/>
              <a:cs typeface="Calibri"/>
              <a:sym typeface="Calibri"/>
            </a:endParaRPr>
          </a:p>
        </p:txBody>
      </p:sp>
      <p:sp>
        <p:nvSpPr>
          <p:cNvPr id="229" name="Google Shape;229;p16"/>
          <p:cNvSpPr/>
          <p:nvPr/>
        </p:nvSpPr>
        <p:spPr>
          <a:xfrm rot="10800000">
            <a:off x="451685" y="10455884"/>
            <a:ext cx="1916100" cy="1085700"/>
          </a:xfrm>
          <a:prstGeom prst="round2SameRect">
            <a:avLst>
              <a:gd fmla="val 4838" name="adj1"/>
              <a:gd fmla="val 0" name="adj2"/>
            </a:avLst>
          </a:prstGeom>
          <a:solidFill>
            <a:srgbClr val="FFFFFF"/>
          </a:solidFill>
          <a:ln>
            <a:noFill/>
          </a:ln>
        </p:spPr>
        <p:txBody>
          <a:bodyPr anchorCtr="0" anchor="ctr" bIns="106275" lIns="106275" spcFirstLastPara="1" rIns="106275" wrap="square" tIns="106275">
            <a:noAutofit/>
          </a:bodyPr>
          <a:lstStyle/>
          <a:p>
            <a:pPr indent="0" lvl="0" marL="0" marR="0" rtl="0" algn="ctr">
              <a:lnSpc>
                <a:spcPct val="100000"/>
              </a:lnSpc>
              <a:spcBef>
                <a:spcPts val="0"/>
              </a:spcBef>
              <a:spcAft>
                <a:spcPts val="0"/>
              </a:spcAft>
              <a:buClr>
                <a:srgbClr val="000000"/>
              </a:buClr>
              <a:buSzPts val="1628"/>
              <a:buFont typeface="Arial"/>
              <a:buNone/>
            </a:pPr>
            <a:r>
              <a:t/>
            </a:r>
            <a:endParaRPr b="0" i="0" sz="1628" u="none" cap="none" strike="noStrike">
              <a:solidFill>
                <a:srgbClr val="000000"/>
              </a:solidFill>
              <a:latin typeface="Calibri"/>
              <a:ea typeface="Calibri"/>
              <a:cs typeface="Calibri"/>
              <a:sym typeface="Calibri"/>
            </a:endParaRPr>
          </a:p>
        </p:txBody>
      </p:sp>
      <p:sp>
        <p:nvSpPr>
          <p:cNvPr id="230" name="Google Shape;230;p16"/>
          <p:cNvSpPr txBox="1"/>
          <p:nvPr/>
        </p:nvSpPr>
        <p:spPr>
          <a:xfrm>
            <a:off x="313201" y="12045541"/>
            <a:ext cx="2259300" cy="4848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Inter"/>
              <a:buNone/>
            </a:pPr>
            <a:r>
              <a:rPr b="0" i="0" lang="en-US" sz="900" u="none" cap="none" strike="noStrike">
                <a:solidFill>
                  <a:srgbClr val="080808"/>
                </a:solidFill>
                <a:latin typeface="Inter"/>
                <a:ea typeface="Inter"/>
                <a:cs typeface="Inter"/>
                <a:sym typeface="Inter"/>
              </a:rPr>
              <a:t>Short Description Here Short Description Here Short Description Here Short Description Here </a:t>
            </a:r>
            <a:endParaRPr b="0" i="0" sz="900" u="none" cap="none" strike="noStrike">
              <a:solidFill>
                <a:srgbClr val="080808"/>
              </a:solidFill>
              <a:latin typeface="Inter"/>
              <a:ea typeface="Inter"/>
              <a:cs typeface="Inter"/>
              <a:sym typeface="Inter"/>
            </a:endParaRPr>
          </a:p>
        </p:txBody>
      </p:sp>
      <p:sp>
        <p:nvSpPr>
          <p:cNvPr id="231" name="Google Shape;231;p16"/>
          <p:cNvSpPr txBox="1"/>
          <p:nvPr/>
        </p:nvSpPr>
        <p:spPr>
          <a:xfrm>
            <a:off x="290462" y="11748411"/>
            <a:ext cx="244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9DC"/>
                </a:solidFill>
                <a:latin typeface="Barlow Semi Condensed Black"/>
                <a:ea typeface="Barlow Semi Condensed Black"/>
                <a:cs typeface="Barlow Semi Condensed Black"/>
                <a:sym typeface="Barlow Semi Condensed Black"/>
              </a:rPr>
              <a:t>SECTION TITLE</a:t>
            </a:r>
            <a:endParaRPr b="0" i="0" sz="1400" u="none" cap="none" strike="noStrike">
              <a:solidFill>
                <a:srgbClr val="0009DC"/>
              </a:solidFill>
              <a:latin typeface="Barlow Semi Condensed Black"/>
              <a:ea typeface="Barlow Semi Condensed Black"/>
              <a:cs typeface="Barlow Semi Condensed Black"/>
              <a:sym typeface="Barlow Semi Condensed Black"/>
            </a:endParaRPr>
          </a:p>
        </p:txBody>
      </p:sp>
      <p:pic>
        <p:nvPicPr>
          <p:cNvPr id="232" name="Google Shape;232;p16" title="checkbox-circle-bluuu.png"/>
          <p:cNvPicPr preferRelativeResize="0"/>
          <p:nvPr/>
        </p:nvPicPr>
        <p:blipFill rotWithShape="1">
          <a:blip r:embed="rId3">
            <a:alphaModFix/>
          </a:blip>
          <a:srcRect b="0" l="0" r="0" t="0"/>
          <a:stretch/>
        </p:blipFill>
        <p:spPr>
          <a:xfrm>
            <a:off x="345213" y="12675470"/>
            <a:ext cx="104625" cy="104625"/>
          </a:xfrm>
          <a:prstGeom prst="rect">
            <a:avLst/>
          </a:prstGeom>
          <a:noFill/>
          <a:ln>
            <a:noFill/>
          </a:ln>
        </p:spPr>
      </p:pic>
      <p:pic>
        <p:nvPicPr>
          <p:cNvPr id="233" name="Google Shape;233;p16" title="checkbox-circle-bluuu.png"/>
          <p:cNvPicPr preferRelativeResize="0"/>
          <p:nvPr/>
        </p:nvPicPr>
        <p:blipFill rotWithShape="1">
          <a:blip r:embed="rId3">
            <a:alphaModFix/>
          </a:blip>
          <a:srcRect b="0" l="0" r="0" t="0"/>
          <a:stretch/>
        </p:blipFill>
        <p:spPr>
          <a:xfrm>
            <a:off x="345213" y="12904867"/>
            <a:ext cx="104625" cy="104625"/>
          </a:xfrm>
          <a:prstGeom prst="rect">
            <a:avLst/>
          </a:prstGeom>
          <a:noFill/>
          <a:ln>
            <a:noFill/>
          </a:ln>
        </p:spPr>
      </p:pic>
      <p:pic>
        <p:nvPicPr>
          <p:cNvPr id="234" name="Google Shape;234;p16" title="checkbox-circle-bluuu.png"/>
          <p:cNvPicPr preferRelativeResize="0"/>
          <p:nvPr/>
        </p:nvPicPr>
        <p:blipFill rotWithShape="1">
          <a:blip r:embed="rId3">
            <a:alphaModFix/>
          </a:blip>
          <a:srcRect b="0" l="0" r="0" t="0"/>
          <a:stretch/>
        </p:blipFill>
        <p:spPr>
          <a:xfrm>
            <a:off x="345213" y="13134236"/>
            <a:ext cx="104625" cy="104625"/>
          </a:xfrm>
          <a:prstGeom prst="rect">
            <a:avLst/>
          </a:prstGeom>
          <a:noFill/>
          <a:ln>
            <a:noFill/>
          </a:ln>
        </p:spPr>
      </p:pic>
      <p:sp>
        <p:nvSpPr>
          <p:cNvPr id="235" name="Google Shape;235;p16"/>
          <p:cNvSpPr txBox="1"/>
          <p:nvPr/>
        </p:nvSpPr>
        <p:spPr>
          <a:xfrm>
            <a:off x="488002" y="12628057"/>
            <a:ext cx="2252100" cy="684900"/>
          </a:xfrm>
          <a:prstGeom prst="rect">
            <a:avLst/>
          </a:prstGeom>
          <a:noFill/>
          <a:ln>
            <a:noFill/>
          </a:ln>
        </p:spPr>
        <p:txBody>
          <a:bodyPr anchorCtr="0" anchor="b" bIns="34275" lIns="68575" spcFirstLastPara="1" rIns="68575" wrap="square" tIns="34275">
            <a:spAutoFit/>
          </a:bodyPr>
          <a:lstStyle/>
          <a:p>
            <a:pPr indent="0" lvl="0" marL="0" marR="0" rtl="0" algn="l">
              <a:lnSpc>
                <a:spcPct val="150000"/>
              </a:lnSpc>
              <a:spcBef>
                <a:spcPts val="0"/>
              </a:spcBef>
              <a:spcAft>
                <a:spcPts val="0"/>
              </a:spcAft>
              <a:buClr>
                <a:srgbClr val="000000"/>
              </a:buClr>
              <a:buSzPts val="1100"/>
              <a:buFont typeface="Inter"/>
              <a:buNone/>
            </a:pPr>
            <a:r>
              <a:rPr b="0" i="0" lang="en-US" sz="1000" u="none" cap="none" strike="noStrike">
                <a:solidFill>
                  <a:srgbClr val="080808"/>
                </a:solidFill>
                <a:latin typeface="Inter"/>
                <a:ea typeface="Inter"/>
                <a:cs typeface="Inter"/>
                <a:sym typeface="Inter"/>
              </a:rPr>
              <a:t>Text here text here text here</a:t>
            </a:r>
            <a:endParaRPr b="0" i="0" sz="10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1000" u="none" cap="none" strike="noStrike">
                <a:solidFill>
                  <a:srgbClr val="080808"/>
                </a:solidFill>
                <a:latin typeface="Inter"/>
                <a:ea typeface="Inter"/>
                <a:cs typeface="Inter"/>
                <a:sym typeface="Inter"/>
              </a:rPr>
              <a:t>Text here text here text here</a:t>
            </a:r>
            <a:endParaRPr b="0" i="0" sz="10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1000" u="none" cap="none" strike="noStrike">
                <a:solidFill>
                  <a:srgbClr val="080808"/>
                </a:solidFill>
                <a:latin typeface="Inter"/>
                <a:ea typeface="Inter"/>
                <a:cs typeface="Inter"/>
                <a:sym typeface="Inter"/>
              </a:rPr>
              <a:t>Text here text here text here</a:t>
            </a:r>
            <a:endParaRPr b="0" i="0" sz="1000" u="none" cap="none" strike="noStrike">
              <a:solidFill>
                <a:srgbClr val="080808"/>
              </a:solidFill>
              <a:latin typeface="Inter"/>
              <a:ea typeface="Inter"/>
              <a:cs typeface="Inter"/>
              <a:sym typeface="Inter"/>
            </a:endParaRPr>
          </a:p>
        </p:txBody>
      </p:sp>
      <p:sp>
        <p:nvSpPr>
          <p:cNvPr id="236" name="Google Shape;236;p16"/>
          <p:cNvSpPr/>
          <p:nvPr/>
        </p:nvSpPr>
        <p:spPr>
          <a:xfrm>
            <a:off x="2690712" y="10116707"/>
            <a:ext cx="2417400" cy="3422400"/>
          </a:xfrm>
          <a:prstGeom prst="roundRect">
            <a:avLst>
              <a:gd fmla="val 4188" name="adj"/>
            </a:avLst>
          </a:prstGeom>
          <a:solidFill>
            <a:srgbClr val="FFFFFF"/>
          </a:solidFill>
          <a:ln cap="flat" cmpd="sng" w="952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7" name="Google Shape;237;p16"/>
          <p:cNvSpPr/>
          <p:nvPr/>
        </p:nvSpPr>
        <p:spPr>
          <a:xfrm>
            <a:off x="2779454" y="10206425"/>
            <a:ext cx="2251200" cy="1499100"/>
          </a:xfrm>
          <a:prstGeom prst="roundRect">
            <a:avLst>
              <a:gd fmla="val 4364" name="adj"/>
            </a:avLst>
          </a:prstGeom>
          <a:solidFill>
            <a:srgbClr val="EEFCD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38" name="Google Shape;238;p16"/>
          <p:cNvSpPr txBox="1"/>
          <p:nvPr/>
        </p:nvSpPr>
        <p:spPr>
          <a:xfrm>
            <a:off x="2801151" y="12045541"/>
            <a:ext cx="2259300" cy="4848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Inter"/>
              <a:buNone/>
            </a:pPr>
            <a:r>
              <a:rPr b="0" i="0" lang="en-US" sz="900" u="none" cap="none" strike="noStrike">
                <a:solidFill>
                  <a:srgbClr val="080808"/>
                </a:solidFill>
                <a:latin typeface="Inter"/>
                <a:ea typeface="Inter"/>
                <a:cs typeface="Inter"/>
                <a:sym typeface="Inter"/>
              </a:rPr>
              <a:t>Short Description Here Short Description Here Short Description Here Short Description Here </a:t>
            </a:r>
            <a:endParaRPr b="0" i="0" sz="900" u="none" cap="none" strike="noStrike">
              <a:solidFill>
                <a:srgbClr val="080808"/>
              </a:solidFill>
              <a:latin typeface="Inter"/>
              <a:ea typeface="Inter"/>
              <a:cs typeface="Inter"/>
              <a:sym typeface="Inter"/>
            </a:endParaRPr>
          </a:p>
        </p:txBody>
      </p:sp>
      <p:sp>
        <p:nvSpPr>
          <p:cNvPr id="239" name="Google Shape;239;p16"/>
          <p:cNvSpPr txBox="1"/>
          <p:nvPr/>
        </p:nvSpPr>
        <p:spPr>
          <a:xfrm>
            <a:off x="2778412" y="11748411"/>
            <a:ext cx="244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9DC"/>
                </a:solidFill>
                <a:latin typeface="Barlow Semi Condensed Black"/>
                <a:ea typeface="Barlow Semi Condensed Black"/>
                <a:cs typeface="Barlow Semi Condensed Black"/>
                <a:sym typeface="Barlow Semi Condensed Black"/>
              </a:rPr>
              <a:t>SECTION TITLE</a:t>
            </a:r>
            <a:endParaRPr b="0" i="0" sz="1400" u="none" cap="none" strike="noStrike">
              <a:solidFill>
                <a:srgbClr val="0009DC"/>
              </a:solidFill>
              <a:latin typeface="Barlow Semi Condensed Black"/>
              <a:ea typeface="Barlow Semi Condensed Black"/>
              <a:cs typeface="Barlow Semi Condensed Black"/>
              <a:sym typeface="Barlow Semi Condensed Black"/>
            </a:endParaRPr>
          </a:p>
        </p:txBody>
      </p:sp>
      <p:pic>
        <p:nvPicPr>
          <p:cNvPr id="240" name="Google Shape;240;p16" title="checkbox-circle-bluuu.png"/>
          <p:cNvPicPr preferRelativeResize="0"/>
          <p:nvPr/>
        </p:nvPicPr>
        <p:blipFill rotWithShape="1">
          <a:blip r:embed="rId3">
            <a:alphaModFix/>
          </a:blip>
          <a:srcRect b="0" l="0" r="0" t="0"/>
          <a:stretch/>
        </p:blipFill>
        <p:spPr>
          <a:xfrm>
            <a:off x="2833163" y="12675470"/>
            <a:ext cx="104625" cy="104625"/>
          </a:xfrm>
          <a:prstGeom prst="rect">
            <a:avLst/>
          </a:prstGeom>
          <a:noFill/>
          <a:ln>
            <a:noFill/>
          </a:ln>
        </p:spPr>
      </p:pic>
      <p:pic>
        <p:nvPicPr>
          <p:cNvPr id="241" name="Google Shape;241;p16" title="checkbox-circle-bluuu.png"/>
          <p:cNvPicPr preferRelativeResize="0"/>
          <p:nvPr/>
        </p:nvPicPr>
        <p:blipFill rotWithShape="1">
          <a:blip r:embed="rId3">
            <a:alphaModFix/>
          </a:blip>
          <a:srcRect b="0" l="0" r="0" t="0"/>
          <a:stretch/>
        </p:blipFill>
        <p:spPr>
          <a:xfrm>
            <a:off x="2833163" y="12904867"/>
            <a:ext cx="104625" cy="104625"/>
          </a:xfrm>
          <a:prstGeom prst="rect">
            <a:avLst/>
          </a:prstGeom>
          <a:noFill/>
          <a:ln>
            <a:noFill/>
          </a:ln>
        </p:spPr>
      </p:pic>
      <p:pic>
        <p:nvPicPr>
          <p:cNvPr id="242" name="Google Shape;242;p16" title="checkbox-circle-bluuu.png"/>
          <p:cNvPicPr preferRelativeResize="0"/>
          <p:nvPr/>
        </p:nvPicPr>
        <p:blipFill rotWithShape="1">
          <a:blip r:embed="rId3">
            <a:alphaModFix/>
          </a:blip>
          <a:srcRect b="0" l="0" r="0" t="0"/>
          <a:stretch/>
        </p:blipFill>
        <p:spPr>
          <a:xfrm>
            <a:off x="2833163" y="13134236"/>
            <a:ext cx="104625" cy="104625"/>
          </a:xfrm>
          <a:prstGeom prst="rect">
            <a:avLst/>
          </a:prstGeom>
          <a:noFill/>
          <a:ln>
            <a:noFill/>
          </a:ln>
        </p:spPr>
      </p:pic>
      <p:sp>
        <p:nvSpPr>
          <p:cNvPr id="243" name="Google Shape;243;p16"/>
          <p:cNvSpPr txBox="1"/>
          <p:nvPr/>
        </p:nvSpPr>
        <p:spPr>
          <a:xfrm>
            <a:off x="2975952" y="12628057"/>
            <a:ext cx="2252100" cy="684900"/>
          </a:xfrm>
          <a:prstGeom prst="rect">
            <a:avLst/>
          </a:prstGeom>
          <a:noFill/>
          <a:ln>
            <a:noFill/>
          </a:ln>
        </p:spPr>
        <p:txBody>
          <a:bodyPr anchorCtr="0" anchor="b" bIns="34275" lIns="68575" spcFirstLastPara="1" rIns="68575" wrap="square" tIns="34275">
            <a:spAutoFit/>
          </a:bodyPr>
          <a:lstStyle/>
          <a:p>
            <a:pPr indent="0" lvl="0" marL="0" marR="0" rtl="0" algn="l">
              <a:lnSpc>
                <a:spcPct val="150000"/>
              </a:lnSpc>
              <a:spcBef>
                <a:spcPts val="0"/>
              </a:spcBef>
              <a:spcAft>
                <a:spcPts val="0"/>
              </a:spcAft>
              <a:buClr>
                <a:srgbClr val="000000"/>
              </a:buClr>
              <a:buSzPts val="1100"/>
              <a:buFont typeface="Inter"/>
              <a:buNone/>
            </a:pPr>
            <a:r>
              <a:rPr b="0" i="0" lang="en-US" sz="1000" u="none" cap="none" strike="noStrike">
                <a:solidFill>
                  <a:srgbClr val="080808"/>
                </a:solidFill>
                <a:latin typeface="Inter"/>
                <a:ea typeface="Inter"/>
                <a:cs typeface="Inter"/>
                <a:sym typeface="Inter"/>
              </a:rPr>
              <a:t>Text here text here text here</a:t>
            </a:r>
            <a:endParaRPr b="0" i="0" sz="10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1000" u="none" cap="none" strike="noStrike">
                <a:solidFill>
                  <a:srgbClr val="080808"/>
                </a:solidFill>
                <a:latin typeface="Inter"/>
                <a:ea typeface="Inter"/>
                <a:cs typeface="Inter"/>
                <a:sym typeface="Inter"/>
              </a:rPr>
              <a:t>Text here text here text here</a:t>
            </a:r>
            <a:endParaRPr b="0" i="0" sz="10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1000" u="none" cap="none" strike="noStrike">
                <a:solidFill>
                  <a:srgbClr val="080808"/>
                </a:solidFill>
                <a:latin typeface="Inter"/>
                <a:ea typeface="Inter"/>
                <a:cs typeface="Inter"/>
                <a:sym typeface="Inter"/>
              </a:rPr>
              <a:t>Text here text here text here</a:t>
            </a:r>
            <a:endParaRPr b="0" i="0" sz="1000" u="none" cap="none" strike="noStrike">
              <a:solidFill>
                <a:srgbClr val="080808"/>
              </a:solidFill>
              <a:latin typeface="Inter"/>
              <a:ea typeface="Inter"/>
              <a:cs typeface="Inter"/>
              <a:sym typeface="Inter"/>
            </a:endParaRPr>
          </a:p>
        </p:txBody>
      </p:sp>
      <p:sp>
        <p:nvSpPr>
          <p:cNvPr id="244" name="Google Shape;244;p16"/>
          <p:cNvSpPr/>
          <p:nvPr/>
        </p:nvSpPr>
        <p:spPr>
          <a:xfrm>
            <a:off x="5178662" y="10111507"/>
            <a:ext cx="2417400" cy="3422400"/>
          </a:xfrm>
          <a:prstGeom prst="roundRect">
            <a:avLst>
              <a:gd fmla="val 4188" name="adj"/>
            </a:avLst>
          </a:prstGeom>
          <a:solidFill>
            <a:srgbClr val="FFFFFF"/>
          </a:solidFill>
          <a:ln cap="flat" cmpd="sng" w="952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45" name="Google Shape;245;p16"/>
          <p:cNvSpPr/>
          <p:nvPr/>
        </p:nvSpPr>
        <p:spPr>
          <a:xfrm>
            <a:off x="5267404" y="10201225"/>
            <a:ext cx="2251200" cy="1499100"/>
          </a:xfrm>
          <a:prstGeom prst="roundRect">
            <a:avLst>
              <a:gd fmla="val 4364" name="adj"/>
            </a:avLst>
          </a:prstGeom>
          <a:solidFill>
            <a:srgbClr val="FF7CF5">
              <a:alpha val="21569"/>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46" name="Google Shape;246;p16"/>
          <p:cNvSpPr txBox="1"/>
          <p:nvPr/>
        </p:nvSpPr>
        <p:spPr>
          <a:xfrm>
            <a:off x="5289101" y="12040341"/>
            <a:ext cx="2259300" cy="4848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Inter"/>
              <a:buNone/>
            </a:pPr>
            <a:r>
              <a:rPr b="0" i="0" lang="en-US" sz="900" u="none" cap="none" strike="noStrike">
                <a:solidFill>
                  <a:srgbClr val="080808"/>
                </a:solidFill>
                <a:latin typeface="Inter"/>
                <a:ea typeface="Inter"/>
                <a:cs typeface="Inter"/>
                <a:sym typeface="Inter"/>
              </a:rPr>
              <a:t>Short Description Here Short Description Here Short Description Here Short Description Here </a:t>
            </a:r>
            <a:endParaRPr b="0" i="0" sz="900" u="none" cap="none" strike="noStrike">
              <a:solidFill>
                <a:srgbClr val="080808"/>
              </a:solidFill>
              <a:latin typeface="Inter"/>
              <a:ea typeface="Inter"/>
              <a:cs typeface="Inter"/>
              <a:sym typeface="Inter"/>
            </a:endParaRPr>
          </a:p>
        </p:txBody>
      </p:sp>
      <p:sp>
        <p:nvSpPr>
          <p:cNvPr id="247" name="Google Shape;247;p16"/>
          <p:cNvSpPr txBox="1"/>
          <p:nvPr/>
        </p:nvSpPr>
        <p:spPr>
          <a:xfrm>
            <a:off x="5266362" y="11743211"/>
            <a:ext cx="244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9DC"/>
                </a:solidFill>
                <a:latin typeface="Barlow Semi Condensed Black"/>
                <a:ea typeface="Barlow Semi Condensed Black"/>
                <a:cs typeface="Barlow Semi Condensed Black"/>
                <a:sym typeface="Barlow Semi Condensed Black"/>
              </a:rPr>
              <a:t>SECTION TITLE</a:t>
            </a:r>
            <a:endParaRPr b="0" i="0" sz="1400" u="none" cap="none" strike="noStrike">
              <a:solidFill>
                <a:srgbClr val="0009DC"/>
              </a:solidFill>
              <a:latin typeface="Barlow Semi Condensed Black"/>
              <a:ea typeface="Barlow Semi Condensed Black"/>
              <a:cs typeface="Barlow Semi Condensed Black"/>
              <a:sym typeface="Barlow Semi Condensed Black"/>
            </a:endParaRPr>
          </a:p>
        </p:txBody>
      </p:sp>
      <p:pic>
        <p:nvPicPr>
          <p:cNvPr id="248" name="Google Shape;248;p16" title="checkbox-circle-bluuu.png"/>
          <p:cNvPicPr preferRelativeResize="0"/>
          <p:nvPr/>
        </p:nvPicPr>
        <p:blipFill rotWithShape="1">
          <a:blip r:embed="rId3">
            <a:alphaModFix/>
          </a:blip>
          <a:srcRect b="0" l="0" r="0" t="0"/>
          <a:stretch/>
        </p:blipFill>
        <p:spPr>
          <a:xfrm>
            <a:off x="5321113" y="12670270"/>
            <a:ext cx="104625" cy="104625"/>
          </a:xfrm>
          <a:prstGeom prst="rect">
            <a:avLst/>
          </a:prstGeom>
          <a:noFill/>
          <a:ln>
            <a:noFill/>
          </a:ln>
        </p:spPr>
      </p:pic>
      <p:pic>
        <p:nvPicPr>
          <p:cNvPr id="249" name="Google Shape;249;p16" title="checkbox-circle-bluuu.png"/>
          <p:cNvPicPr preferRelativeResize="0"/>
          <p:nvPr/>
        </p:nvPicPr>
        <p:blipFill rotWithShape="1">
          <a:blip r:embed="rId3">
            <a:alphaModFix/>
          </a:blip>
          <a:srcRect b="0" l="0" r="0" t="0"/>
          <a:stretch/>
        </p:blipFill>
        <p:spPr>
          <a:xfrm>
            <a:off x="5321113" y="12899667"/>
            <a:ext cx="104625" cy="104625"/>
          </a:xfrm>
          <a:prstGeom prst="rect">
            <a:avLst/>
          </a:prstGeom>
          <a:noFill/>
          <a:ln>
            <a:noFill/>
          </a:ln>
        </p:spPr>
      </p:pic>
      <p:pic>
        <p:nvPicPr>
          <p:cNvPr id="250" name="Google Shape;250;p16" title="checkbox-circle-bluuu.png"/>
          <p:cNvPicPr preferRelativeResize="0"/>
          <p:nvPr/>
        </p:nvPicPr>
        <p:blipFill rotWithShape="1">
          <a:blip r:embed="rId3">
            <a:alphaModFix/>
          </a:blip>
          <a:srcRect b="0" l="0" r="0" t="0"/>
          <a:stretch/>
        </p:blipFill>
        <p:spPr>
          <a:xfrm>
            <a:off x="5321113" y="13129036"/>
            <a:ext cx="104625" cy="104625"/>
          </a:xfrm>
          <a:prstGeom prst="rect">
            <a:avLst/>
          </a:prstGeom>
          <a:noFill/>
          <a:ln>
            <a:noFill/>
          </a:ln>
        </p:spPr>
      </p:pic>
      <p:sp>
        <p:nvSpPr>
          <p:cNvPr id="251" name="Google Shape;251;p16"/>
          <p:cNvSpPr txBox="1"/>
          <p:nvPr/>
        </p:nvSpPr>
        <p:spPr>
          <a:xfrm>
            <a:off x="5463902" y="12622857"/>
            <a:ext cx="2252100" cy="684900"/>
          </a:xfrm>
          <a:prstGeom prst="rect">
            <a:avLst/>
          </a:prstGeom>
          <a:noFill/>
          <a:ln>
            <a:noFill/>
          </a:ln>
        </p:spPr>
        <p:txBody>
          <a:bodyPr anchorCtr="0" anchor="b" bIns="34275" lIns="68575" spcFirstLastPara="1" rIns="68575" wrap="square" tIns="34275">
            <a:spAutoFit/>
          </a:bodyPr>
          <a:lstStyle/>
          <a:p>
            <a:pPr indent="0" lvl="0" marL="0" marR="0" rtl="0" algn="l">
              <a:lnSpc>
                <a:spcPct val="150000"/>
              </a:lnSpc>
              <a:spcBef>
                <a:spcPts val="0"/>
              </a:spcBef>
              <a:spcAft>
                <a:spcPts val="0"/>
              </a:spcAft>
              <a:buClr>
                <a:srgbClr val="000000"/>
              </a:buClr>
              <a:buSzPts val="1100"/>
              <a:buFont typeface="Inter"/>
              <a:buNone/>
            </a:pPr>
            <a:r>
              <a:rPr b="0" i="0" lang="en-US" sz="1000" u="none" cap="none" strike="noStrike">
                <a:solidFill>
                  <a:srgbClr val="080808"/>
                </a:solidFill>
                <a:latin typeface="Inter"/>
                <a:ea typeface="Inter"/>
                <a:cs typeface="Inter"/>
                <a:sym typeface="Inter"/>
              </a:rPr>
              <a:t>Text here text here text here</a:t>
            </a:r>
            <a:endParaRPr b="0" i="0" sz="10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1000" u="none" cap="none" strike="noStrike">
                <a:solidFill>
                  <a:srgbClr val="080808"/>
                </a:solidFill>
                <a:latin typeface="Inter"/>
                <a:ea typeface="Inter"/>
                <a:cs typeface="Inter"/>
                <a:sym typeface="Inter"/>
              </a:rPr>
              <a:t>Text here text here text here</a:t>
            </a:r>
            <a:endParaRPr b="0" i="0" sz="10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1000" u="none" cap="none" strike="noStrike">
                <a:solidFill>
                  <a:srgbClr val="080808"/>
                </a:solidFill>
                <a:latin typeface="Inter"/>
                <a:ea typeface="Inter"/>
                <a:cs typeface="Inter"/>
                <a:sym typeface="Inter"/>
              </a:rPr>
              <a:t>Text here text here text here</a:t>
            </a:r>
            <a:endParaRPr b="0" i="0" sz="1000" u="none" cap="none" strike="noStrike">
              <a:solidFill>
                <a:srgbClr val="080808"/>
              </a:solidFill>
              <a:latin typeface="Inter"/>
              <a:ea typeface="Inter"/>
              <a:cs typeface="Inter"/>
              <a:sym typeface="Inter"/>
            </a:endParaRPr>
          </a:p>
        </p:txBody>
      </p:sp>
      <p:grpSp>
        <p:nvGrpSpPr>
          <p:cNvPr id="252" name="Google Shape;252;p16"/>
          <p:cNvGrpSpPr/>
          <p:nvPr/>
        </p:nvGrpSpPr>
        <p:grpSpPr>
          <a:xfrm>
            <a:off x="2862864" y="10310595"/>
            <a:ext cx="1146725" cy="159825"/>
            <a:chOff x="-3223550" y="-1280825"/>
            <a:chExt cx="1267800" cy="176700"/>
          </a:xfrm>
        </p:grpSpPr>
        <p:sp>
          <p:nvSpPr>
            <p:cNvPr id="253" name="Google Shape;253;p16"/>
            <p:cNvSpPr/>
            <p:nvPr/>
          </p:nvSpPr>
          <p:spPr>
            <a:xfrm>
              <a:off x="-3223550" y="-1280825"/>
              <a:ext cx="1267800" cy="176700"/>
            </a:xfrm>
            <a:prstGeom prst="roundRect">
              <a:avLst>
                <a:gd fmla="val 50000" name="adj"/>
              </a:avLst>
            </a:prstGeom>
            <a:solidFill>
              <a:srgbClr val="AEF33E">
                <a:alpha val="36863"/>
              </a:srgbClr>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54" name="Google Shape;254;p16"/>
            <p:cNvSpPr/>
            <p:nvPr/>
          </p:nvSpPr>
          <p:spPr>
            <a:xfrm>
              <a:off x="-3211406" y="-1270325"/>
              <a:ext cx="444900" cy="155700"/>
            </a:xfrm>
            <a:prstGeom prst="roundRect">
              <a:avLst>
                <a:gd fmla="val 50000" name="adj"/>
              </a:avLst>
            </a:prstGeom>
            <a:solidFill>
              <a:srgbClr val="AEF33E"/>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rPr b="0" i="0" lang="en-US" sz="666" u="none" cap="none" strike="noStrike">
                  <a:solidFill>
                    <a:srgbClr val="0009DC"/>
                  </a:solidFill>
                  <a:latin typeface="Barlow Semi Condensed Black"/>
                  <a:ea typeface="Barlow Semi Condensed Black"/>
                  <a:cs typeface="Barlow Semi Condensed Black"/>
                  <a:sym typeface="Barlow Semi Condensed Black"/>
                </a:rPr>
                <a:t>XXM+</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55" name="Google Shape;255;p16"/>
            <p:cNvSpPr txBox="1"/>
            <p:nvPr/>
          </p:nvSpPr>
          <p:spPr>
            <a:xfrm>
              <a:off x="-2754503" y="-1267175"/>
              <a:ext cx="747900" cy="149400"/>
            </a:xfrm>
            <a:prstGeom prst="rect">
              <a:avLst/>
            </a:prstGeom>
            <a:noFill/>
            <a:ln>
              <a:noFill/>
            </a:ln>
          </p:spPr>
          <p:txBody>
            <a:bodyPr anchorCtr="0" anchor="t" bIns="20750" lIns="41525" spcFirstLastPara="1" rIns="41525" wrap="square" tIns="20750">
              <a:spAutoFit/>
            </a:bodyPr>
            <a:lstStyle/>
            <a:p>
              <a:pPr indent="0" lvl="0" marL="0" marR="0" rtl="0" algn="l">
                <a:lnSpc>
                  <a:spcPct val="100000"/>
                </a:lnSpc>
                <a:spcBef>
                  <a:spcPts val="0"/>
                </a:spcBef>
                <a:spcAft>
                  <a:spcPts val="0"/>
                </a:spcAft>
                <a:buClr>
                  <a:srgbClr val="000000"/>
                </a:buClr>
                <a:buSzPts val="605"/>
                <a:buFont typeface="Arial"/>
                <a:buNone/>
              </a:pPr>
              <a:r>
                <a:rPr b="1" i="0" lang="en-US" sz="605" u="none" cap="none" strike="noStrike">
                  <a:solidFill>
                    <a:srgbClr val="080808"/>
                  </a:solidFill>
                  <a:latin typeface="Inter"/>
                  <a:ea typeface="Inter"/>
                  <a:cs typeface="Inter"/>
                  <a:sym typeface="Inter"/>
                </a:rPr>
                <a:t>KPI Name</a:t>
              </a:r>
              <a:endParaRPr b="1" i="0" sz="605" u="none" cap="none" strike="noStrike">
                <a:solidFill>
                  <a:srgbClr val="080808"/>
                </a:solidFill>
                <a:latin typeface="Inter"/>
                <a:ea typeface="Inter"/>
                <a:cs typeface="Inter"/>
                <a:sym typeface="Inter"/>
              </a:endParaRPr>
            </a:p>
          </p:txBody>
        </p:sp>
      </p:grpSp>
      <p:grpSp>
        <p:nvGrpSpPr>
          <p:cNvPr id="256" name="Google Shape;256;p16"/>
          <p:cNvGrpSpPr/>
          <p:nvPr/>
        </p:nvGrpSpPr>
        <p:grpSpPr>
          <a:xfrm>
            <a:off x="2782000" y="10547795"/>
            <a:ext cx="1308450" cy="159825"/>
            <a:chOff x="-3223550" y="-1009406"/>
            <a:chExt cx="1446600" cy="176700"/>
          </a:xfrm>
        </p:grpSpPr>
        <p:sp>
          <p:nvSpPr>
            <p:cNvPr id="257" name="Google Shape;257;p16"/>
            <p:cNvSpPr/>
            <p:nvPr/>
          </p:nvSpPr>
          <p:spPr>
            <a:xfrm>
              <a:off x="-3223550" y="-1009406"/>
              <a:ext cx="1446600" cy="176700"/>
            </a:xfrm>
            <a:prstGeom prst="roundRect">
              <a:avLst>
                <a:gd fmla="val 50000" name="adj"/>
              </a:avLst>
            </a:prstGeom>
            <a:solidFill>
              <a:srgbClr val="AEF33E">
                <a:alpha val="36863"/>
              </a:srgbClr>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58" name="Google Shape;258;p16"/>
            <p:cNvSpPr/>
            <p:nvPr/>
          </p:nvSpPr>
          <p:spPr>
            <a:xfrm>
              <a:off x="-3211403" y="-998906"/>
              <a:ext cx="340200" cy="155700"/>
            </a:xfrm>
            <a:prstGeom prst="roundRect">
              <a:avLst>
                <a:gd fmla="val 50000" name="adj"/>
              </a:avLst>
            </a:prstGeom>
            <a:solidFill>
              <a:srgbClr val="AEF33E"/>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rPr b="0" i="0" lang="en-US" sz="666" u="none" cap="none" strike="noStrike">
                  <a:solidFill>
                    <a:srgbClr val="0009DC"/>
                  </a:solidFill>
                  <a:latin typeface="Barlow Semi Condensed Black"/>
                  <a:ea typeface="Barlow Semi Condensed Black"/>
                  <a:cs typeface="Barlow Semi Condensed Black"/>
                  <a:sym typeface="Barlow Semi Condensed Black"/>
                </a:rPr>
                <a:t>+xx</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59" name="Google Shape;259;p16"/>
            <p:cNvSpPr txBox="1"/>
            <p:nvPr/>
          </p:nvSpPr>
          <p:spPr>
            <a:xfrm>
              <a:off x="-2855249" y="-995756"/>
              <a:ext cx="1033800" cy="149400"/>
            </a:xfrm>
            <a:prstGeom prst="rect">
              <a:avLst/>
            </a:prstGeom>
            <a:noFill/>
            <a:ln>
              <a:noFill/>
            </a:ln>
          </p:spPr>
          <p:txBody>
            <a:bodyPr anchorCtr="0" anchor="t" bIns="20750" lIns="41525" spcFirstLastPara="1" rIns="41525" wrap="square" tIns="20750">
              <a:spAutoFit/>
            </a:bodyPr>
            <a:lstStyle/>
            <a:p>
              <a:pPr indent="0" lvl="0" marL="0" marR="0" rtl="0" algn="l">
                <a:lnSpc>
                  <a:spcPct val="100000"/>
                </a:lnSpc>
                <a:spcBef>
                  <a:spcPts val="0"/>
                </a:spcBef>
                <a:spcAft>
                  <a:spcPts val="0"/>
                </a:spcAft>
                <a:buClr>
                  <a:schemeClr val="dk1"/>
                </a:buClr>
                <a:buSzPts val="605"/>
                <a:buFont typeface="Arial"/>
                <a:buNone/>
              </a:pPr>
              <a:r>
                <a:rPr b="1" i="0" lang="en-US" sz="605" u="none" cap="none" strike="noStrike">
                  <a:solidFill>
                    <a:srgbClr val="080808"/>
                  </a:solidFill>
                  <a:latin typeface="Inter"/>
                  <a:ea typeface="Inter"/>
                  <a:cs typeface="Inter"/>
                  <a:sym typeface="Inter"/>
                </a:rPr>
                <a:t>KPI Name</a:t>
              </a:r>
              <a:endParaRPr b="1" i="0" sz="605" u="none" cap="none" strike="noStrike">
                <a:solidFill>
                  <a:srgbClr val="080808"/>
                </a:solidFill>
                <a:latin typeface="Inter"/>
                <a:ea typeface="Inter"/>
                <a:cs typeface="Inter"/>
                <a:sym typeface="Inter"/>
              </a:endParaRPr>
            </a:p>
          </p:txBody>
        </p:sp>
      </p:grpSp>
      <p:grpSp>
        <p:nvGrpSpPr>
          <p:cNvPr id="260" name="Google Shape;260;p16"/>
          <p:cNvGrpSpPr/>
          <p:nvPr/>
        </p:nvGrpSpPr>
        <p:grpSpPr>
          <a:xfrm>
            <a:off x="3567057" y="11022211"/>
            <a:ext cx="1313920" cy="159825"/>
            <a:chOff x="-3223550" y="-737987"/>
            <a:chExt cx="1452648" cy="176700"/>
          </a:xfrm>
        </p:grpSpPr>
        <p:sp>
          <p:nvSpPr>
            <p:cNvPr id="261" name="Google Shape;261;p16"/>
            <p:cNvSpPr/>
            <p:nvPr/>
          </p:nvSpPr>
          <p:spPr>
            <a:xfrm>
              <a:off x="-3223550" y="-737987"/>
              <a:ext cx="1446600" cy="176700"/>
            </a:xfrm>
            <a:prstGeom prst="roundRect">
              <a:avLst>
                <a:gd fmla="val 50000" name="adj"/>
              </a:avLst>
            </a:prstGeom>
            <a:solidFill>
              <a:srgbClr val="AEF33E">
                <a:alpha val="36863"/>
              </a:srgbClr>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62" name="Google Shape;262;p16"/>
            <p:cNvSpPr/>
            <p:nvPr/>
          </p:nvSpPr>
          <p:spPr>
            <a:xfrm>
              <a:off x="-3211412" y="-727544"/>
              <a:ext cx="421800" cy="155700"/>
            </a:xfrm>
            <a:prstGeom prst="roundRect">
              <a:avLst>
                <a:gd fmla="val 50000" name="adj"/>
              </a:avLst>
            </a:prstGeom>
            <a:solidFill>
              <a:srgbClr val="AEF33E"/>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rPr b="0" i="0" lang="en-US" sz="666" u="none" cap="none" strike="noStrike">
                  <a:solidFill>
                    <a:srgbClr val="0009DC"/>
                  </a:solidFill>
                  <a:latin typeface="Barlow Semi Condensed Black"/>
                  <a:ea typeface="Barlow Semi Condensed Black"/>
                  <a:cs typeface="Barlow Semi Condensed Black"/>
                  <a:sym typeface="Barlow Semi Condensed Black"/>
                </a:rPr>
                <a:t>xx%</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63" name="Google Shape;263;p16"/>
            <p:cNvSpPr txBox="1"/>
            <p:nvPr/>
          </p:nvSpPr>
          <p:spPr>
            <a:xfrm>
              <a:off x="-2804702" y="-724333"/>
              <a:ext cx="1033800" cy="149400"/>
            </a:xfrm>
            <a:prstGeom prst="rect">
              <a:avLst/>
            </a:prstGeom>
            <a:noFill/>
            <a:ln>
              <a:noFill/>
            </a:ln>
          </p:spPr>
          <p:txBody>
            <a:bodyPr anchorCtr="0" anchor="t" bIns="20750" lIns="41525" spcFirstLastPara="1" rIns="41525" wrap="square" tIns="20750">
              <a:spAutoFit/>
            </a:bodyPr>
            <a:lstStyle/>
            <a:p>
              <a:pPr indent="0" lvl="0" marL="0" marR="0" rtl="0" algn="l">
                <a:lnSpc>
                  <a:spcPct val="100000"/>
                </a:lnSpc>
                <a:spcBef>
                  <a:spcPts val="0"/>
                </a:spcBef>
                <a:spcAft>
                  <a:spcPts val="0"/>
                </a:spcAft>
                <a:buClr>
                  <a:schemeClr val="dk1"/>
                </a:buClr>
                <a:buSzPts val="605"/>
                <a:buFont typeface="Arial"/>
                <a:buNone/>
              </a:pPr>
              <a:r>
                <a:rPr b="1" i="0" lang="en-US" sz="605" u="none" cap="none" strike="noStrike">
                  <a:solidFill>
                    <a:srgbClr val="080808"/>
                  </a:solidFill>
                  <a:latin typeface="Inter"/>
                  <a:ea typeface="Inter"/>
                  <a:cs typeface="Inter"/>
                  <a:sym typeface="Inter"/>
                </a:rPr>
                <a:t>KPI Name</a:t>
              </a:r>
              <a:endParaRPr b="1" i="0" sz="605" u="none" cap="none" strike="noStrike">
                <a:solidFill>
                  <a:srgbClr val="080808"/>
                </a:solidFill>
                <a:latin typeface="Inter"/>
                <a:ea typeface="Inter"/>
                <a:cs typeface="Inter"/>
                <a:sym typeface="Inter"/>
              </a:endParaRPr>
            </a:p>
          </p:txBody>
        </p:sp>
      </p:grpSp>
      <p:grpSp>
        <p:nvGrpSpPr>
          <p:cNvPr id="264" name="Google Shape;264;p16"/>
          <p:cNvGrpSpPr/>
          <p:nvPr/>
        </p:nvGrpSpPr>
        <p:grpSpPr>
          <a:xfrm>
            <a:off x="4071486" y="10310605"/>
            <a:ext cx="921957" cy="159825"/>
            <a:chOff x="-1821578" y="-1280825"/>
            <a:chExt cx="1169551" cy="176700"/>
          </a:xfrm>
        </p:grpSpPr>
        <p:sp>
          <p:nvSpPr>
            <p:cNvPr id="265" name="Google Shape;265;p16"/>
            <p:cNvSpPr/>
            <p:nvPr/>
          </p:nvSpPr>
          <p:spPr>
            <a:xfrm>
              <a:off x="-1821578" y="-1280825"/>
              <a:ext cx="1169400" cy="176700"/>
            </a:xfrm>
            <a:prstGeom prst="roundRect">
              <a:avLst>
                <a:gd fmla="val 50000" name="adj"/>
              </a:avLst>
            </a:prstGeom>
            <a:solidFill>
              <a:srgbClr val="AEF33E">
                <a:alpha val="36863"/>
              </a:srgbClr>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66" name="Google Shape;266;p16"/>
            <p:cNvSpPr/>
            <p:nvPr/>
          </p:nvSpPr>
          <p:spPr>
            <a:xfrm>
              <a:off x="-1809434" y="-1270325"/>
              <a:ext cx="444900" cy="155700"/>
            </a:xfrm>
            <a:prstGeom prst="roundRect">
              <a:avLst>
                <a:gd fmla="val 50000" name="adj"/>
              </a:avLst>
            </a:prstGeom>
            <a:solidFill>
              <a:srgbClr val="AEF33E"/>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rPr b="0" i="0" lang="en-US" sz="666" u="none" cap="none" strike="noStrike">
                  <a:solidFill>
                    <a:srgbClr val="0009DC"/>
                  </a:solidFill>
                  <a:latin typeface="Barlow Semi Condensed Black"/>
                  <a:ea typeface="Barlow Semi Condensed Black"/>
                  <a:cs typeface="Barlow Semi Condensed Black"/>
                  <a:sym typeface="Barlow Semi Condensed Black"/>
                </a:rPr>
                <a:t>xxxx</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67" name="Google Shape;267;p16"/>
            <p:cNvSpPr txBox="1"/>
            <p:nvPr/>
          </p:nvSpPr>
          <p:spPr>
            <a:xfrm>
              <a:off x="-1352527" y="-1267188"/>
              <a:ext cx="700500" cy="149400"/>
            </a:xfrm>
            <a:prstGeom prst="rect">
              <a:avLst/>
            </a:prstGeom>
            <a:noFill/>
            <a:ln>
              <a:noFill/>
            </a:ln>
          </p:spPr>
          <p:txBody>
            <a:bodyPr anchorCtr="0" anchor="t" bIns="20750" lIns="41525" spcFirstLastPara="1" rIns="41525" wrap="square" tIns="20750">
              <a:spAutoFit/>
            </a:bodyPr>
            <a:lstStyle/>
            <a:p>
              <a:pPr indent="0" lvl="0" marL="0" marR="0" rtl="0" algn="l">
                <a:lnSpc>
                  <a:spcPct val="100000"/>
                </a:lnSpc>
                <a:spcBef>
                  <a:spcPts val="0"/>
                </a:spcBef>
                <a:spcAft>
                  <a:spcPts val="0"/>
                </a:spcAft>
                <a:buClr>
                  <a:srgbClr val="000000"/>
                </a:buClr>
                <a:buSzPts val="605"/>
                <a:buFont typeface="Arial"/>
                <a:buNone/>
              </a:pPr>
              <a:r>
                <a:rPr b="1" i="0" lang="en-US" sz="605" u="none" cap="none" strike="noStrike">
                  <a:solidFill>
                    <a:srgbClr val="080808"/>
                  </a:solidFill>
                  <a:latin typeface="Inter"/>
                  <a:ea typeface="Inter"/>
                  <a:cs typeface="Inter"/>
                  <a:sym typeface="Inter"/>
                </a:rPr>
                <a:t>KPI name</a:t>
              </a:r>
              <a:endParaRPr b="1" i="0" sz="605" u="none" cap="none" strike="noStrike">
                <a:solidFill>
                  <a:srgbClr val="080808"/>
                </a:solidFill>
                <a:latin typeface="Inter"/>
                <a:ea typeface="Inter"/>
                <a:cs typeface="Inter"/>
                <a:sym typeface="Inter"/>
              </a:endParaRPr>
            </a:p>
          </p:txBody>
        </p:sp>
      </p:grpSp>
      <p:grpSp>
        <p:nvGrpSpPr>
          <p:cNvPr id="268" name="Google Shape;268;p16"/>
          <p:cNvGrpSpPr/>
          <p:nvPr/>
        </p:nvGrpSpPr>
        <p:grpSpPr>
          <a:xfrm>
            <a:off x="3202837" y="10785011"/>
            <a:ext cx="1391211" cy="159825"/>
            <a:chOff x="-1719677" y="-1009406"/>
            <a:chExt cx="1538100" cy="176700"/>
          </a:xfrm>
        </p:grpSpPr>
        <p:sp>
          <p:nvSpPr>
            <p:cNvPr id="269" name="Google Shape;269;p16"/>
            <p:cNvSpPr/>
            <p:nvPr/>
          </p:nvSpPr>
          <p:spPr>
            <a:xfrm>
              <a:off x="-1719677" y="-1009406"/>
              <a:ext cx="1538100" cy="176700"/>
            </a:xfrm>
            <a:prstGeom prst="roundRect">
              <a:avLst>
                <a:gd fmla="val 50000" name="adj"/>
              </a:avLst>
            </a:prstGeom>
            <a:solidFill>
              <a:srgbClr val="AEF33E">
                <a:alpha val="36863"/>
              </a:srgbClr>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70" name="Google Shape;270;p16"/>
            <p:cNvSpPr/>
            <p:nvPr/>
          </p:nvSpPr>
          <p:spPr>
            <a:xfrm>
              <a:off x="-1707530" y="-998906"/>
              <a:ext cx="340200" cy="155700"/>
            </a:xfrm>
            <a:prstGeom prst="roundRect">
              <a:avLst>
                <a:gd fmla="val 50000" name="adj"/>
              </a:avLst>
            </a:prstGeom>
            <a:solidFill>
              <a:srgbClr val="AEF33E"/>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rPr b="0" i="0" lang="en-US" sz="666" u="none" cap="none" strike="noStrike">
                  <a:solidFill>
                    <a:srgbClr val="0009DC"/>
                  </a:solidFill>
                  <a:latin typeface="Barlow Semi Condensed Black"/>
                  <a:ea typeface="Barlow Semi Condensed Black"/>
                  <a:cs typeface="Barlow Semi Condensed Black"/>
                  <a:sym typeface="Barlow Semi Condensed Black"/>
                </a:rPr>
                <a:t>xxx</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71" name="Google Shape;271;p16"/>
            <p:cNvSpPr txBox="1"/>
            <p:nvPr/>
          </p:nvSpPr>
          <p:spPr>
            <a:xfrm>
              <a:off x="-1351379" y="-995758"/>
              <a:ext cx="1153200" cy="149400"/>
            </a:xfrm>
            <a:prstGeom prst="rect">
              <a:avLst/>
            </a:prstGeom>
            <a:noFill/>
            <a:ln>
              <a:noFill/>
            </a:ln>
          </p:spPr>
          <p:txBody>
            <a:bodyPr anchorCtr="0" anchor="t" bIns="20750" lIns="41525" spcFirstLastPara="1" rIns="41525" wrap="square" tIns="20750">
              <a:spAutoFit/>
            </a:bodyPr>
            <a:lstStyle/>
            <a:p>
              <a:pPr indent="0" lvl="0" marL="0" marR="0" rtl="0" algn="l">
                <a:lnSpc>
                  <a:spcPct val="100000"/>
                </a:lnSpc>
                <a:spcBef>
                  <a:spcPts val="0"/>
                </a:spcBef>
                <a:spcAft>
                  <a:spcPts val="0"/>
                </a:spcAft>
                <a:buClr>
                  <a:schemeClr val="dk1"/>
                </a:buClr>
                <a:buSzPts val="605"/>
                <a:buFont typeface="Arial"/>
                <a:buNone/>
              </a:pPr>
              <a:r>
                <a:rPr b="1" i="0" lang="en-US" sz="605" u="none" cap="none" strike="noStrike">
                  <a:solidFill>
                    <a:srgbClr val="080808"/>
                  </a:solidFill>
                  <a:latin typeface="Inter"/>
                  <a:ea typeface="Inter"/>
                  <a:cs typeface="Inter"/>
                  <a:sym typeface="Inter"/>
                </a:rPr>
                <a:t>KPI Name</a:t>
              </a:r>
              <a:endParaRPr b="1" i="0" sz="605" u="none" cap="none" strike="noStrike">
                <a:solidFill>
                  <a:srgbClr val="080808"/>
                </a:solidFill>
                <a:latin typeface="Inter"/>
                <a:ea typeface="Inter"/>
                <a:cs typeface="Inter"/>
                <a:sym typeface="Inter"/>
              </a:endParaRPr>
            </a:p>
          </p:txBody>
        </p:sp>
      </p:grpSp>
      <p:grpSp>
        <p:nvGrpSpPr>
          <p:cNvPr id="272" name="Google Shape;272;p16"/>
          <p:cNvGrpSpPr/>
          <p:nvPr/>
        </p:nvGrpSpPr>
        <p:grpSpPr>
          <a:xfrm>
            <a:off x="4140877" y="10547774"/>
            <a:ext cx="858770" cy="159825"/>
            <a:chOff x="-1671186" y="-723313"/>
            <a:chExt cx="1064547" cy="176700"/>
          </a:xfrm>
        </p:grpSpPr>
        <p:sp>
          <p:nvSpPr>
            <p:cNvPr id="273" name="Google Shape;273;p16"/>
            <p:cNvSpPr/>
            <p:nvPr/>
          </p:nvSpPr>
          <p:spPr>
            <a:xfrm>
              <a:off x="-1671186" y="-723313"/>
              <a:ext cx="1019100" cy="176700"/>
            </a:xfrm>
            <a:prstGeom prst="roundRect">
              <a:avLst>
                <a:gd fmla="val 50000" name="adj"/>
              </a:avLst>
            </a:prstGeom>
            <a:solidFill>
              <a:srgbClr val="AEF33E">
                <a:alpha val="36863"/>
              </a:srgbClr>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74" name="Google Shape;274;p16"/>
            <p:cNvSpPr/>
            <p:nvPr/>
          </p:nvSpPr>
          <p:spPr>
            <a:xfrm>
              <a:off x="-1659042" y="-712873"/>
              <a:ext cx="444900" cy="155700"/>
            </a:xfrm>
            <a:prstGeom prst="roundRect">
              <a:avLst>
                <a:gd fmla="val 50000" name="adj"/>
              </a:avLst>
            </a:prstGeom>
            <a:solidFill>
              <a:srgbClr val="AEF33E"/>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rPr b="0" i="0" lang="en-US" sz="666" u="none" cap="none" strike="noStrike">
                  <a:solidFill>
                    <a:srgbClr val="0009DC"/>
                  </a:solidFill>
                  <a:latin typeface="Barlow Semi Condensed Black"/>
                  <a:ea typeface="Barlow Semi Condensed Black"/>
                  <a:cs typeface="Barlow Semi Condensed Black"/>
                  <a:sym typeface="Barlow Semi Condensed Black"/>
                </a:rPr>
                <a:t>xxx</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75" name="Google Shape;275;p16"/>
            <p:cNvSpPr txBox="1"/>
            <p:nvPr/>
          </p:nvSpPr>
          <p:spPr>
            <a:xfrm>
              <a:off x="-1202139" y="-709651"/>
              <a:ext cx="595500" cy="149400"/>
            </a:xfrm>
            <a:prstGeom prst="rect">
              <a:avLst/>
            </a:prstGeom>
            <a:noFill/>
            <a:ln>
              <a:noFill/>
            </a:ln>
          </p:spPr>
          <p:txBody>
            <a:bodyPr anchorCtr="0" anchor="t" bIns="20750" lIns="41525" spcFirstLastPara="1" rIns="41525" wrap="square" tIns="20750">
              <a:spAutoFit/>
            </a:bodyPr>
            <a:lstStyle/>
            <a:p>
              <a:pPr indent="0" lvl="0" marL="0" marR="0" rtl="0" algn="l">
                <a:lnSpc>
                  <a:spcPct val="100000"/>
                </a:lnSpc>
                <a:spcBef>
                  <a:spcPts val="0"/>
                </a:spcBef>
                <a:spcAft>
                  <a:spcPts val="0"/>
                </a:spcAft>
                <a:buClr>
                  <a:srgbClr val="000000"/>
                </a:buClr>
                <a:buSzPts val="605"/>
                <a:buFont typeface="Arial"/>
                <a:buNone/>
              </a:pPr>
              <a:r>
                <a:rPr b="1" i="0" lang="en-US" sz="605" u="none" cap="none" strike="noStrike">
                  <a:solidFill>
                    <a:srgbClr val="080808"/>
                  </a:solidFill>
                  <a:latin typeface="Inter"/>
                  <a:ea typeface="Inter"/>
                  <a:cs typeface="Inter"/>
                  <a:sym typeface="Inter"/>
                </a:rPr>
                <a:t>KPI Name</a:t>
              </a:r>
              <a:endParaRPr b="1" i="0" sz="605" u="none" cap="none" strike="noStrike">
                <a:solidFill>
                  <a:srgbClr val="080808"/>
                </a:solidFill>
                <a:latin typeface="Inter"/>
                <a:ea typeface="Inter"/>
                <a:cs typeface="Inter"/>
                <a:sym typeface="Inter"/>
              </a:endParaRPr>
            </a:p>
          </p:txBody>
        </p:sp>
      </p:grpSp>
      <p:grpSp>
        <p:nvGrpSpPr>
          <p:cNvPr id="276" name="Google Shape;276;p16"/>
          <p:cNvGrpSpPr/>
          <p:nvPr/>
        </p:nvGrpSpPr>
        <p:grpSpPr>
          <a:xfrm>
            <a:off x="2802216" y="11251138"/>
            <a:ext cx="1308450" cy="159825"/>
            <a:chOff x="-3223550" y="-469304"/>
            <a:chExt cx="1446600" cy="176700"/>
          </a:xfrm>
        </p:grpSpPr>
        <p:sp>
          <p:nvSpPr>
            <p:cNvPr id="277" name="Google Shape;277;p16"/>
            <p:cNvSpPr/>
            <p:nvPr/>
          </p:nvSpPr>
          <p:spPr>
            <a:xfrm>
              <a:off x="-3223550" y="-469304"/>
              <a:ext cx="1446600" cy="176700"/>
            </a:xfrm>
            <a:prstGeom prst="roundRect">
              <a:avLst>
                <a:gd fmla="val 50000" name="adj"/>
              </a:avLst>
            </a:prstGeom>
            <a:solidFill>
              <a:srgbClr val="AEF33E">
                <a:alpha val="36863"/>
              </a:srgbClr>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78" name="Google Shape;278;p16"/>
            <p:cNvSpPr/>
            <p:nvPr/>
          </p:nvSpPr>
          <p:spPr>
            <a:xfrm>
              <a:off x="-3211402" y="-458854"/>
              <a:ext cx="389400" cy="155700"/>
            </a:xfrm>
            <a:prstGeom prst="roundRect">
              <a:avLst>
                <a:gd fmla="val 50000" name="adj"/>
              </a:avLst>
            </a:prstGeom>
            <a:solidFill>
              <a:srgbClr val="AEF33E"/>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rPr b="0" i="0" lang="en-US" sz="666" u="none" cap="none" strike="noStrike">
                  <a:solidFill>
                    <a:srgbClr val="0009DC"/>
                  </a:solidFill>
                  <a:latin typeface="Barlow Semi Condensed Black"/>
                  <a:ea typeface="Barlow Semi Condensed Black"/>
                  <a:cs typeface="Barlow Semi Condensed Black"/>
                  <a:sym typeface="Barlow Semi Condensed Black"/>
                </a:rPr>
                <a:t>xxx</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79" name="Google Shape;279;p16"/>
            <p:cNvSpPr txBox="1"/>
            <p:nvPr/>
          </p:nvSpPr>
          <p:spPr>
            <a:xfrm>
              <a:off x="-2818608" y="-455650"/>
              <a:ext cx="1033800" cy="149400"/>
            </a:xfrm>
            <a:prstGeom prst="rect">
              <a:avLst/>
            </a:prstGeom>
            <a:noFill/>
            <a:ln>
              <a:noFill/>
            </a:ln>
          </p:spPr>
          <p:txBody>
            <a:bodyPr anchorCtr="0" anchor="t" bIns="20750" lIns="41525" spcFirstLastPara="1" rIns="41525" wrap="square" tIns="20750">
              <a:spAutoFit/>
            </a:bodyPr>
            <a:lstStyle/>
            <a:p>
              <a:pPr indent="0" lvl="0" marL="0" marR="0" rtl="0" algn="l">
                <a:lnSpc>
                  <a:spcPct val="100000"/>
                </a:lnSpc>
                <a:spcBef>
                  <a:spcPts val="0"/>
                </a:spcBef>
                <a:spcAft>
                  <a:spcPts val="0"/>
                </a:spcAft>
                <a:buClr>
                  <a:schemeClr val="dk1"/>
                </a:buClr>
                <a:buSzPts val="605"/>
                <a:buFont typeface="Arial"/>
                <a:buNone/>
              </a:pPr>
              <a:r>
                <a:rPr b="1" i="0" lang="en-US" sz="605" u="none" cap="none" strike="noStrike">
                  <a:solidFill>
                    <a:srgbClr val="080808"/>
                  </a:solidFill>
                  <a:latin typeface="Inter"/>
                  <a:ea typeface="Inter"/>
                  <a:cs typeface="Inter"/>
                  <a:sym typeface="Inter"/>
                </a:rPr>
                <a:t>KPI Name</a:t>
              </a:r>
              <a:endParaRPr b="1" i="0" sz="605" u="none" cap="none" strike="noStrike">
                <a:solidFill>
                  <a:srgbClr val="080808"/>
                </a:solidFill>
                <a:latin typeface="Inter"/>
                <a:ea typeface="Inter"/>
                <a:cs typeface="Inter"/>
                <a:sym typeface="Inter"/>
              </a:endParaRPr>
            </a:p>
          </p:txBody>
        </p:sp>
      </p:grpSp>
      <p:grpSp>
        <p:nvGrpSpPr>
          <p:cNvPr id="280" name="Google Shape;280;p16"/>
          <p:cNvGrpSpPr/>
          <p:nvPr/>
        </p:nvGrpSpPr>
        <p:grpSpPr>
          <a:xfrm>
            <a:off x="3934415" y="11441529"/>
            <a:ext cx="1057722" cy="159825"/>
            <a:chOff x="-1671186" y="-454621"/>
            <a:chExt cx="1169400" cy="176700"/>
          </a:xfrm>
        </p:grpSpPr>
        <p:sp>
          <p:nvSpPr>
            <p:cNvPr id="281" name="Google Shape;281;p16"/>
            <p:cNvSpPr/>
            <p:nvPr/>
          </p:nvSpPr>
          <p:spPr>
            <a:xfrm>
              <a:off x="-1671186" y="-454621"/>
              <a:ext cx="1169400" cy="176700"/>
            </a:xfrm>
            <a:prstGeom prst="roundRect">
              <a:avLst>
                <a:gd fmla="val 50000" name="adj"/>
              </a:avLst>
            </a:prstGeom>
            <a:solidFill>
              <a:srgbClr val="AEF33E">
                <a:alpha val="36863"/>
              </a:srgbClr>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82" name="Google Shape;282;p16"/>
            <p:cNvSpPr/>
            <p:nvPr/>
          </p:nvSpPr>
          <p:spPr>
            <a:xfrm>
              <a:off x="-1659042" y="-444190"/>
              <a:ext cx="444900" cy="155700"/>
            </a:xfrm>
            <a:prstGeom prst="roundRect">
              <a:avLst>
                <a:gd fmla="val 50000" name="adj"/>
              </a:avLst>
            </a:prstGeom>
            <a:solidFill>
              <a:srgbClr val="AEF33E"/>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rPr b="0" i="0" lang="en-US" sz="666" u="none" cap="none" strike="noStrike">
                  <a:solidFill>
                    <a:srgbClr val="0009DC"/>
                  </a:solidFill>
                  <a:latin typeface="Barlow Semi Condensed Black"/>
                  <a:ea typeface="Barlow Semi Condensed Black"/>
                  <a:cs typeface="Barlow Semi Condensed Black"/>
                  <a:sym typeface="Barlow Semi Condensed Black"/>
                </a:rPr>
                <a:t>xxx</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83" name="Google Shape;283;p16"/>
            <p:cNvSpPr txBox="1"/>
            <p:nvPr/>
          </p:nvSpPr>
          <p:spPr>
            <a:xfrm>
              <a:off x="-1202139" y="-440967"/>
              <a:ext cx="673200" cy="149400"/>
            </a:xfrm>
            <a:prstGeom prst="rect">
              <a:avLst/>
            </a:prstGeom>
            <a:noFill/>
            <a:ln>
              <a:noFill/>
            </a:ln>
          </p:spPr>
          <p:txBody>
            <a:bodyPr anchorCtr="0" anchor="t" bIns="20750" lIns="41525" spcFirstLastPara="1" rIns="41525" wrap="square" tIns="20750">
              <a:spAutoFit/>
            </a:bodyPr>
            <a:lstStyle/>
            <a:p>
              <a:pPr indent="0" lvl="0" marL="0" marR="0" rtl="0" algn="l">
                <a:lnSpc>
                  <a:spcPct val="100000"/>
                </a:lnSpc>
                <a:spcBef>
                  <a:spcPts val="0"/>
                </a:spcBef>
                <a:spcAft>
                  <a:spcPts val="0"/>
                </a:spcAft>
                <a:buClr>
                  <a:schemeClr val="dk1"/>
                </a:buClr>
                <a:buSzPts val="605"/>
                <a:buFont typeface="Arial"/>
                <a:buNone/>
              </a:pPr>
              <a:r>
                <a:rPr b="1" i="0" lang="en-US" sz="605" u="none" cap="none" strike="noStrike">
                  <a:solidFill>
                    <a:srgbClr val="080808"/>
                  </a:solidFill>
                  <a:latin typeface="Inter"/>
                  <a:ea typeface="Inter"/>
                  <a:cs typeface="Inter"/>
                  <a:sym typeface="Inter"/>
                </a:rPr>
                <a:t>KPI Name</a:t>
              </a:r>
              <a:endParaRPr b="1" i="0" sz="605" u="none" cap="none" strike="noStrike">
                <a:solidFill>
                  <a:srgbClr val="080808"/>
                </a:solidFill>
                <a:latin typeface="Inter"/>
                <a:ea typeface="Inter"/>
                <a:cs typeface="Inter"/>
                <a:sym typeface="Inter"/>
              </a:endParaRPr>
            </a:p>
          </p:txBody>
        </p:sp>
      </p:grpSp>
      <p:sp>
        <p:nvSpPr>
          <p:cNvPr id="284" name="Google Shape;284;p16"/>
          <p:cNvSpPr/>
          <p:nvPr/>
        </p:nvSpPr>
        <p:spPr>
          <a:xfrm>
            <a:off x="5671062" y="10370382"/>
            <a:ext cx="1391100" cy="238500"/>
          </a:xfrm>
          <a:prstGeom prst="roundRect">
            <a:avLst>
              <a:gd fmla="val 50000" name="adj"/>
            </a:avLst>
          </a:prstGeom>
          <a:solidFill>
            <a:srgbClr val="FF7CF5"/>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rPr b="0" i="0" lang="en-US" sz="666" u="none" cap="none" strike="noStrike">
                <a:solidFill>
                  <a:srgbClr val="0009DC"/>
                </a:solidFill>
                <a:latin typeface="Barlow Semi Condensed Black"/>
                <a:ea typeface="Barlow Semi Condensed Black"/>
                <a:cs typeface="Barlow Semi Condensed Black"/>
                <a:sym typeface="Barlow Semi Condensed Black"/>
              </a:rPr>
              <a:t>STAGE NAME 1</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cxnSp>
        <p:nvCxnSpPr>
          <p:cNvPr id="285" name="Google Shape;285;p16"/>
          <p:cNvCxnSpPr/>
          <p:nvPr/>
        </p:nvCxnSpPr>
        <p:spPr>
          <a:xfrm>
            <a:off x="6366662" y="10608882"/>
            <a:ext cx="0" cy="837000"/>
          </a:xfrm>
          <a:prstGeom prst="straightConnector1">
            <a:avLst/>
          </a:prstGeom>
          <a:noFill/>
          <a:ln cap="flat" cmpd="sng" w="9525">
            <a:solidFill>
              <a:srgbClr val="0009DC"/>
            </a:solidFill>
            <a:prstDash val="dash"/>
            <a:round/>
            <a:headEnd len="sm" w="sm" type="none"/>
            <a:tailEnd len="sm" w="sm" type="none"/>
          </a:ln>
        </p:spPr>
      </p:cxnSp>
      <p:sp>
        <p:nvSpPr>
          <p:cNvPr id="286" name="Google Shape;286;p16"/>
          <p:cNvSpPr/>
          <p:nvPr/>
        </p:nvSpPr>
        <p:spPr>
          <a:xfrm>
            <a:off x="5671062" y="10801631"/>
            <a:ext cx="1391100" cy="238500"/>
          </a:xfrm>
          <a:prstGeom prst="roundRect">
            <a:avLst>
              <a:gd fmla="val 50000" name="adj"/>
            </a:avLst>
          </a:prstGeom>
          <a:solidFill>
            <a:srgbClr val="FF7CF5"/>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rPr b="0" i="0" lang="en-US" sz="666" u="none" cap="none" strike="noStrike">
                <a:solidFill>
                  <a:srgbClr val="0009DC"/>
                </a:solidFill>
                <a:latin typeface="Barlow Semi Condensed Black"/>
                <a:ea typeface="Barlow Semi Condensed Black"/>
                <a:cs typeface="Barlow Semi Condensed Black"/>
                <a:sym typeface="Barlow Semi Condensed Black"/>
              </a:rPr>
              <a:t>STAGE NAME 2</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287" name="Google Shape;287;p16"/>
          <p:cNvSpPr/>
          <p:nvPr/>
        </p:nvSpPr>
        <p:spPr>
          <a:xfrm>
            <a:off x="5671062" y="11232879"/>
            <a:ext cx="1391100" cy="238500"/>
          </a:xfrm>
          <a:prstGeom prst="roundRect">
            <a:avLst>
              <a:gd fmla="val 50000" name="adj"/>
            </a:avLst>
          </a:prstGeom>
          <a:solidFill>
            <a:srgbClr val="FF7CF5"/>
          </a:solidFill>
          <a:ln>
            <a:noFill/>
          </a:ln>
        </p:spPr>
        <p:txBody>
          <a:bodyPr anchorCtr="0" anchor="ctr" bIns="55350" lIns="55350" spcFirstLastPara="1" rIns="55350" wrap="square" tIns="55350">
            <a:noAutofit/>
          </a:bodyPr>
          <a:lstStyle/>
          <a:p>
            <a:pPr indent="0" lvl="0" marL="0" marR="0" rtl="0" algn="ctr">
              <a:lnSpc>
                <a:spcPct val="100000"/>
              </a:lnSpc>
              <a:spcBef>
                <a:spcPts val="0"/>
              </a:spcBef>
              <a:spcAft>
                <a:spcPts val="0"/>
              </a:spcAft>
              <a:buClr>
                <a:srgbClr val="000000"/>
              </a:buClr>
              <a:buSzPts val="666"/>
              <a:buFont typeface="Arial"/>
              <a:buNone/>
            </a:pPr>
            <a:r>
              <a:rPr b="0" i="0" lang="en-US" sz="666" u="none" cap="none" strike="noStrike">
                <a:solidFill>
                  <a:srgbClr val="0009DC"/>
                </a:solidFill>
                <a:latin typeface="Barlow Semi Condensed Black"/>
                <a:ea typeface="Barlow Semi Condensed Black"/>
                <a:cs typeface="Barlow Semi Condensed Black"/>
                <a:sym typeface="Barlow Semi Condensed Black"/>
              </a:rPr>
              <a:t>STAGE NAME 3</a:t>
            </a:r>
            <a:endParaRPr b="0" i="0" sz="666" u="none" cap="none" strike="noStrike">
              <a:solidFill>
                <a:srgbClr val="0009DC"/>
              </a:solidFill>
              <a:latin typeface="Barlow Semi Condensed Black"/>
              <a:ea typeface="Barlow Semi Condensed Black"/>
              <a:cs typeface="Barlow Semi Condensed Black"/>
              <a:sym typeface="Barlow Semi Condensed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92" name="Shape 292"/>
        <p:cNvGrpSpPr/>
        <p:nvPr/>
      </p:nvGrpSpPr>
      <p:grpSpPr>
        <a:xfrm>
          <a:off x="0" y="0"/>
          <a:ext cx="0" cy="0"/>
          <a:chOff x="0" y="0"/>
          <a:chExt cx="0" cy="0"/>
        </a:xfrm>
      </p:grpSpPr>
      <p:sp>
        <p:nvSpPr>
          <p:cNvPr id="293" name="Google Shape;293;p17"/>
          <p:cNvSpPr/>
          <p:nvPr/>
        </p:nvSpPr>
        <p:spPr>
          <a:xfrm>
            <a:off x="533100" y="482058"/>
            <a:ext cx="4194000" cy="2288400"/>
          </a:xfrm>
          <a:prstGeom prst="round2SameRect">
            <a:avLst>
              <a:gd fmla="val 7339" name="adj1"/>
              <a:gd fmla="val 7359" name="adj2"/>
            </a:avLst>
          </a:prstGeom>
          <a:solidFill>
            <a:srgbClr val="0009DC">
              <a:alpha val="627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94" name="Google Shape;294;p17"/>
          <p:cNvCxnSpPr/>
          <p:nvPr/>
        </p:nvCxnSpPr>
        <p:spPr>
          <a:xfrm>
            <a:off x="5132400" y="482058"/>
            <a:ext cx="39900" cy="3642300"/>
          </a:xfrm>
          <a:prstGeom prst="straightConnector1">
            <a:avLst/>
          </a:prstGeom>
          <a:noFill/>
          <a:ln cap="flat" cmpd="sng" w="9525">
            <a:solidFill>
              <a:schemeClr val="lt2"/>
            </a:solidFill>
            <a:prstDash val="solid"/>
            <a:round/>
            <a:headEnd len="sm" w="sm" type="none"/>
            <a:tailEnd len="sm" w="sm" type="none"/>
          </a:ln>
        </p:spPr>
      </p:cxnSp>
      <p:sp>
        <p:nvSpPr>
          <p:cNvPr id="295" name="Google Shape;295;p17"/>
          <p:cNvSpPr/>
          <p:nvPr/>
        </p:nvSpPr>
        <p:spPr>
          <a:xfrm>
            <a:off x="5567994" y="482070"/>
            <a:ext cx="1652100" cy="831000"/>
          </a:xfrm>
          <a:prstGeom prst="roundRect">
            <a:avLst>
              <a:gd fmla="val 15988" name="adj"/>
            </a:avLst>
          </a:prstGeom>
          <a:solidFill>
            <a:srgbClr val="AEF33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96" name="Google Shape;296;p17"/>
          <p:cNvSpPr txBox="1"/>
          <p:nvPr/>
        </p:nvSpPr>
        <p:spPr>
          <a:xfrm>
            <a:off x="5685522" y="502093"/>
            <a:ext cx="1312500" cy="577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3600"/>
              <a:buFont typeface="Arial"/>
              <a:buNone/>
            </a:pPr>
            <a:r>
              <a:rPr b="0" i="0" lang="en-US" sz="3300" u="none" cap="none" strike="noStrike">
                <a:solidFill>
                  <a:srgbClr val="0009DC"/>
                </a:solidFill>
                <a:latin typeface="Barlow Black"/>
                <a:ea typeface="Barlow Black"/>
                <a:cs typeface="Barlow Black"/>
                <a:sym typeface="Barlow Black"/>
              </a:rPr>
              <a:t>xx</a:t>
            </a:r>
            <a:endParaRPr b="0" i="0" sz="800" u="none" cap="none" strike="noStrike">
              <a:solidFill>
                <a:srgbClr val="0009DC"/>
              </a:solidFill>
              <a:latin typeface="Barlow Black"/>
              <a:ea typeface="Barlow Black"/>
              <a:cs typeface="Barlow Black"/>
              <a:sym typeface="Barlow Black"/>
            </a:endParaRPr>
          </a:p>
        </p:txBody>
      </p:sp>
      <p:sp>
        <p:nvSpPr>
          <p:cNvPr id="297" name="Google Shape;297;p17"/>
          <p:cNvSpPr txBox="1"/>
          <p:nvPr/>
        </p:nvSpPr>
        <p:spPr>
          <a:xfrm>
            <a:off x="5685555" y="971495"/>
            <a:ext cx="13125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Inter Medium"/>
                <a:ea typeface="Inter Medium"/>
                <a:cs typeface="Inter Medium"/>
                <a:sym typeface="Inter Medium"/>
              </a:rPr>
              <a:t>KPI Name</a:t>
            </a:r>
            <a:endParaRPr b="0" i="0" sz="1100" u="none" cap="none" strike="noStrike">
              <a:solidFill>
                <a:srgbClr val="000000"/>
              </a:solidFill>
              <a:latin typeface="Inter Medium"/>
              <a:ea typeface="Inter Medium"/>
              <a:cs typeface="Inter Medium"/>
              <a:sym typeface="Inter Medium"/>
            </a:endParaRPr>
          </a:p>
        </p:txBody>
      </p:sp>
      <p:sp>
        <p:nvSpPr>
          <p:cNvPr id="298" name="Google Shape;298;p17"/>
          <p:cNvSpPr/>
          <p:nvPr/>
        </p:nvSpPr>
        <p:spPr>
          <a:xfrm>
            <a:off x="5577594" y="1466645"/>
            <a:ext cx="1652100" cy="831000"/>
          </a:xfrm>
          <a:prstGeom prst="roundRect">
            <a:avLst>
              <a:gd fmla="val 15988" name="adj"/>
            </a:avLst>
          </a:prstGeom>
          <a:solidFill>
            <a:srgbClr val="AEF33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99" name="Google Shape;299;p17"/>
          <p:cNvSpPr txBox="1"/>
          <p:nvPr/>
        </p:nvSpPr>
        <p:spPr>
          <a:xfrm>
            <a:off x="5695122" y="1486668"/>
            <a:ext cx="1312500" cy="577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3600"/>
              <a:buFont typeface="Arial"/>
              <a:buNone/>
            </a:pPr>
            <a:r>
              <a:rPr b="0" i="0" lang="en-US" sz="3300" u="none" cap="none" strike="noStrike">
                <a:solidFill>
                  <a:srgbClr val="0009DC"/>
                </a:solidFill>
                <a:latin typeface="Barlow Black"/>
                <a:ea typeface="Barlow Black"/>
                <a:cs typeface="Barlow Black"/>
                <a:sym typeface="Barlow Black"/>
              </a:rPr>
              <a:t>xx</a:t>
            </a:r>
            <a:endParaRPr b="0" i="0" sz="800" u="none" cap="none" strike="noStrike">
              <a:solidFill>
                <a:srgbClr val="0009DC"/>
              </a:solidFill>
              <a:latin typeface="Barlow Black"/>
              <a:ea typeface="Barlow Black"/>
              <a:cs typeface="Barlow Black"/>
              <a:sym typeface="Barlow Black"/>
            </a:endParaRPr>
          </a:p>
        </p:txBody>
      </p:sp>
      <p:sp>
        <p:nvSpPr>
          <p:cNvPr id="300" name="Google Shape;300;p17"/>
          <p:cNvSpPr txBox="1"/>
          <p:nvPr/>
        </p:nvSpPr>
        <p:spPr>
          <a:xfrm>
            <a:off x="5695155" y="1956070"/>
            <a:ext cx="13125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Inter Medium"/>
                <a:ea typeface="Inter Medium"/>
                <a:cs typeface="Inter Medium"/>
                <a:sym typeface="Inter Medium"/>
              </a:rPr>
              <a:t>KPI Name</a:t>
            </a:r>
            <a:endParaRPr b="0" i="0" sz="1100" u="none" cap="none" strike="noStrike">
              <a:solidFill>
                <a:srgbClr val="000000"/>
              </a:solidFill>
              <a:latin typeface="Inter Medium"/>
              <a:ea typeface="Inter Medium"/>
              <a:cs typeface="Inter Medium"/>
              <a:sym typeface="Inter Medium"/>
            </a:endParaRPr>
          </a:p>
        </p:txBody>
      </p:sp>
      <p:sp>
        <p:nvSpPr>
          <p:cNvPr id="301" name="Google Shape;301;p17"/>
          <p:cNvSpPr/>
          <p:nvPr/>
        </p:nvSpPr>
        <p:spPr>
          <a:xfrm>
            <a:off x="5577594" y="2451220"/>
            <a:ext cx="1652100" cy="831000"/>
          </a:xfrm>
          <a:prstGeom prst="roundRect">
            <a:avLst>
              <a:gd fmla="val 15988" name="adj"/>
            </a:avLst>
          </a:prstGeom>
          <a:solidFill>
            <a:srgbClr val="AEF33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302" name="Google Shape;302;p17"/>
          <p:cNvSpPr txBox="1"/>
          <p:nvPr/>
        </p:nvSpPr>
        <p:spPr>
          <a:xfrm>
            <a:off x="5695122" y="2471243"/>
            <a:ext cx="1312500" cy="577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3600"/>
              <a:buFont typeface="Arial"/>
              <a:buNone/>
            </a:pPr>
            <a:r>
              <a:rPr b="0" i="0" lang="en-US" sz="3300" u="none" cap="none" strike="noStrike">
                <a:solidFill>
                  <a:srgbClr val="0009DC"/>
                </a:solidFill>
                <a:latin typeface="Barlow Black"/>
                <a:ea typeface="Barlow Black"/>
                <a:cs typeface="Barlow Black"/>
                <a:sym typeface="Barlow Black"/>
              </a:rPr>
              <a:t>xx</a:t>
            </a:r>
            <a:endParaRPr b="0" i="0" sz="800" u="none" cap="none" strike="noStrike">
              <a:solidFill>
                <a:srgbClr val="0009DC"/>
              </a:solidFill>
              <a:latin typeface="Barlow Black"/>
              <a:ea typeface="Barlow Black"/>
              <a:cs typeface="Barlow Black"/>
              <a:sym typeface="Barlow Black"/>
            </a:endParaRPr>
          </a:p>
        </p:txBody>
      </p:sp>
      <p:sp>
        <p:nvSpPr>
          <p:cNvPr id="303" name="Google Shape;303;p17"/>
          <p:cNvSpPr txBox="1"/>
          <p:nvPr/>
        </p:nvSpPr>
        <p:spPr>
          <a:xfrm>
            <a:off x="5695155" y="2940645"/>
            <a:ext cx="13125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Inter Medium"/>
                <a:ea typeface="Inter Medium"/>
                <a:cs typeface="Inter Medium"/>
                <a:sym typeface="Inter Medium"/>
              </a:rPr>
              <a:t>KPI Name</a:t>
            </a:r>
            <a:endParaRPr b="0" i="0" sz="1100" u="none" cap="none" strike="noStrike">
              <a:solidFill>
                <a:srgbClr val="000000"/>
              </a:solidFill>
              <a:latin typeface="Inter Medium"/>
              <a:ea typeface="Inter Medium"/>
              <a:cs typeface="Inter Medium"/>
              <a:sym typeface="Inter Medium"/>
            </a:endParaRPr>
          </a:p>
        </p:txBody>
      </p:sp>
      <p:sp>
        <p:nvSpPr>
          <p:cNvPr id="304" name="Google Shape;304;p17"/>
          <p:cNvSpPr/>
          <p:nvPr/>
        </p:nvSpPr>
        <p:spPr>
          <a:xfrm>
            <a:off x="5587194" y="3435795"/>
            <a:ext cx="1652100" cy="831000"/>
          </a:xfrm>
          <a:prstGeom prst="roundRect">
            <a:avLst>
              <a:gd fmla="val 15988" name="adj"/>
            </a:avLst>
          </a:prstGeom>
          <a:solidFill>
            <a:srgbClr val="AEF33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305" name="Google Shape;305;p17"/>
          <p:cNvSpPr txBox="1"/>
          <p:nvPr/>
        </p:nvSpPr>
        <p:spPr>
          <a:xfrm>
            <a:off x="5704722" y="3455818"/>
            <a:ext cx="1312500" cy="577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3600"/>
              <a:buFont typeface="Arial"/>
              <a:buNone/>
            </a:pPr>
            <a:r>
              <a:rPr b="0" i="0" lang="en-US" sz="3300" u="none" cap="none" strike="noStrike">
                <a:solidFill>
                  <a:srgbClr val="0009DC"/>
                </a:solidFill>
                <a:latin typeface="Barlow Black"/>
                <a:ea typeface="Barlow Black"/>
                <a:cs typeface="Barlow Black"/>
                <a:sym typeface="Barlow Black"/>
              </a:rPr>
              <a:t>xx</a:t>
            </a:r>
            <a:endParaRPr b="0" i="0" sz="800" u="none" cap="none" strike="noStrike">
              <a:solidFill>
                <a:srgbClr val="0009DC"/>
              </a:solidFill>
              <a:latin typeface="Barlow Black"/>
              <a:ea typeface="Barlow Black"/>
              <a:cs typeface="Barlow Black"/>
              <a:sym typeface="Barlow Black"/>
            </a:endParaRPr>
          </a:p>
        </p:txBody>
      </p:sp>
      <p:sp>
        <p:nvSpPr>
          <p:cNvPr id="306" name="Google Shape;306;p17"/>
          <p:cNvSpPr txBox="1"/>
          <p:nvPr/>
        </p:nvSpPr>
        <p:spPr>
          <a:xfrm>
            <a:off x="5704755" y="3925220"/>
            <a:ext cx="13125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Inter Medium"/>
                <a:ea typeface="Inter Medium"/>
                <a:cs typeface="Inter Medium"/>
                <a:sym typeface="Inter Medium"/>
              </a:rPr>
              <a:t>KPI Name</a:t>
            </a:r>
            <a:endParaRPr b="0" i="0" sz="1100" u="none" cap="none" strike="noStrike">
              <a:solidFill>
                <a:srgbClr val="000000"/>
              </a:solidFill>
              <a:latin typeface="Inter Medium"/>
              <a:ea typeface="Inter Medium"/>
              <a:cs typeface="Inter Medium"/>
              <a:sym typeface="Inter Medium"/>
            </a:endParaRPr>
          </a:p>
        </p:txBody>
      </p:sp>
      <p:sp>
        <p:nvSpPr>
          <p:cNvPr id="307" name="Google Shape;307;p17"/>
          <p:cNvSpPr/>
          <p:nvPr/>
        </p:nvSpPr>
        <p:spPr>
          <a:xfrm>
            <a:off x="616693" y="2980146"/>
            <a:ext cx="19614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1835"/>
              <a:buFont typeface="Arial"/>
              <a:buNone/>
            </a:pPr>
            <a:r>
              <a:rPr b="1" i="0" lang="en-US" sz="1835" u="none" cap="none" strike="noStrike">
                <a:solidFill>
                  <a:schemeClr val="dk1"/>
                </a:solidFill>
                <a:latin typeface="Barlow Semi Condensed ExtraBold"/>
                <a:ea typeface="Barlow Semi Condensed ExtraBold"/>
                <a:cs typeface="Barlow Semi Condensed ExtraBold"/>
                <a:sym typeface="Barlow Semi Condensed ExtraBold"/>
              </a:rPr>
              <a:t>SECTION TITLE</a:t>
            </a:r>
            <a:endParaRPr b="1" i="0" sz="18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308" name="Google Shape;308;p17"/>
          <p:cNvSpPr/>
          <p:nvPr/>
        </p:nvSpPr>
        <p:spPr>
          <a:xfrm>
            <a:off x="616698" y="3468258"/>
            <a:ext cx="4194000" cy="5523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1200"/>
              <a:buFont typeface="Arial"/>
              <a:buNone/>
            </a:pPr>
            <a:r>
              <a:rPr b="0" i="0" lang="en-US" sz="1200" u="none" cap="none" strike="noStrike">
                <a:solidFill>
                  <a:schemeClr val="dk1"/>
                </a:solidFill>
                <a:latin typeface="Inter Light"/>
                <a:ea typeface="Inter Light"/>
                <a:cs typeface="Inter Light"/>
                <a:sym typeface="Inter Light"/>
              </a:rPr>
              <a:t>Text here Text here Text here Text here Text here Text here Text here Text here Text here Text here Text here Text here Text here Text here Text here Text here Text here Text here Text here Text here Text here Text here</a:t>
            </a:r>
            <a:endParaRPr b="0" i="0" sz="1400" u="none" cap="none" strike="noStrike">
              <a:solidFill>
                <a:schemeClr val="dk1"/>
              </a:solidFill>
              <a:latin typeface="Arial"/>
              <a:ea typeface="Arial"/>
              <a:cs typeface="Arial"/>
              <a:sym typeface="Arial"/>
            </a:endParaRPr>
          </a:p>
        </p:txBody>
      </p:sp>
      <p:sp>
        <p:nvSpPr>
          <p:cNvPr id="309" name="Google Shape;309;p17"/>
          <p:cNvSpPr/>
          <p:nvPr/>
        </p:nvSpPr>
        <p:spPr>
          <a:xfrm>
            <a:off x="438450" y="4654150"/>
            <a:ext cx="6895500" cy="1822200"/>
          </a:xfrm>
          <a:prstGeom prst="round2SameRect">
            <a:avLst>
              <a:gd fmla="val 7339" name="adj1"/>
              <a:gd fmla="val 7359" name="adj2"/>
            </a:avLst>
          </a:prstGeom>
          <a:solidFill>
            <a:srgbClr val="0009DC">
              <a:alpha val="627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0" name="Google Shape;310;p17"/>
          <p:cNvSpPr/>
          <p:nvPr/>
        </p:nvSpPr>
        <p:spPr>
          <a:xfrm>
            <a:off x="561775" y="6733400"/>
            <a:ext cx="57300" cy="1075800"/>
          </a:xfrm>
          <a:prstGeom prst="rect">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1" name="Google Shape;311;p17"/>
          <p:cNvSpPr/>
          <p:nvPr/>
        </p:nvSpPr>
        <p:spPr>
          <a:xfrm>
            <a:off x="730215" y="6769100"/>
            <a:ext cx="5946600" cy="170400"/>
          </a:xfrm>
          <a:prstGeom prst="rect">
            <a:avLst/>
          </a:prstGeom>
          <a:noFill/>
          <a:ln>
            <a:noFill/>
          </a:ln>
        </p:spPr>
        <p:txBody>
          <a:bodyPr anchorCtr="0" anchor="t" bIns="26650" lIns="26650" spcFirstLastPara="1" rIns="26650" wrap="square" tIns="26650">
            <a:noAutofit/>
          </a:bodyPr>
          <a:lstStyle/>
          <a:p>
            <a:pPr indent="0" lvl="0" marL="0" marR="0" rtl="0" algn="l">
              <a:lnSpc>
                <a:spcPct val="100000"/>
              </a:lnSpc>
              <a:spcBef>
                <a:spcPts val="0"/>
              </a:spcBef>
              <a:spcAft>
                <a:spcPts val="0"/>
              </a:spcAft>
              <a:buClr>
                <a:srgbClr val="000000"/>
              </a:buClr>
              <a:buSzPts val="2035"/>
              <a:buFont typeface="Arial"/>
              <a:buNone/>
            </a:pPr>
            <a:r>
              <a:rPr b="1" i="0" lang="en-US" sz="2035" u="none" cap="none" strike="noStrike">
                <a:solidFill>
                  <a:schemeClr val="dk1"/>
                </a:solidFill>
                <a:latin typeface="Barlow Semi Condensed ExtraBold"/>
                <a:ea typeface="Barlow Semi Condensed ExtraBold"/>
                <a:cs typeface="Barlow Semi Condensed ExtraBold"/>
                <a:sym typeface="Barlow Semi Condensed ExtraBold"/>
              </a:rPr>
              <a:t>Key takeaway and insights Key takeaway and insights Key takeaway and insights Key takeaway and insights</a:t>
            </a:r>
            <a:endParaRPr b="1" i="0" sz="2035" u="none" cap="none" strike="noStrike">
              <a:solidFill>
                <a:schemeClr val="dk1"/>
              </a:solidFill>
              <a:latin typeface="Barlow Semi Condensed ExtraBold"/>
              <a:ea typeface="Barlow Semi Condensed ExtraBold"/>
              <a:cs typeface="Barlow Semi Condensed ExtraBold"/>
              <a:sym typeface="Barlow Semi Condensed ExtraBold"/>
            </a:endParaRPr>
          </a:p>
          <a:p>
            <a:pPr indent="0" lvl="0" marL="0" marR="0" rtl="0" algn="l">
              <a:lnSpc>
                <a:spcPct val="100000"/>
              </a:lnSpc>
              <a:spcBef>
                <a:spcPts val="0"/>
              </a:spcBef>
              <a:spcAft>
                <a:spcPts val="0"/>
              </a:spcAft>
              <a:buClr>
                <a:srgbClr val="000000"/>
              </a:buClr>
              <a:buSzPts val="2035"/>
              <a:buFont typeface="Arial"/>
              <a:buNone/>
            </a:pPr>
            <a:r>
              <a:rPr b="1" i="0" lang="en-US" sz="2035" u="none" cap="none" strike="noStrike">
                <a:solidFill>
                  <a:schemeClr val="dk1"/>
                </a:solidFill>
                <a:latin typeface="Barlow Semi Condensed ExtraBold"/>
                <a:ea typeface="Barlow Semi Condensed ExtraBold"/>
                <a:cs typeface="Barlow Semi Condensed ExtraBold"/>
                <a:sym typeface="Barlow Semi Condensed ExtraBold"/>
              </a:rPr>
              <a:t>Key takeaway and insights</a:t>
            </a:r>
            <a:endParaRPr b="1" i="0" sz="2035" u="none" cap="none" strike="noStrike">
              <a:solidFill>
                <a:schemeClr val="dk1"/>
              </a:solidFill>
              <a:latin typeface="Barlow Semi Condensed ExtraBold"/>
              <a:ea typeface="Barlow Semi Condensed ExtraBold"/>
              <a:cs typeface="Barlow Semi Condensed ExtraBold"/>
              <a:sym typeface="Barlow Semi Condensed ExtraBold"/>
            </a:endParaRPr>
          </a:p>
        </p:txBody>
      </p:sp>
      <p:sp>
        <p:nvSpPr>
          <p:cNvPr id="312" name="Google Shape;312;p17"/>
          <p:cNvSpPr txBox="1"/>
          <p:nvPr/>
        </p:nvSpPr>
        <p:spPr>
          <a:xfrm>
            <a:off x="601000" y="8178725"/>
            <a:ext cx="1533000" cy="746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3600"/>
              <a:buFont typeface="Arial"/>
              <a:buNone/>
            </a:pPr>
            <a:r>
              <a:rPr b="0" i="0" lang="en-US" sz="4400" u="none" cap="none" strike="noStrike">
                <a:solidFill>
                  <a:srgbClr val="0009DC"/>
                </a:solidFill>
                <a:latin typeface="Barlow Semi Condensed Black"/>
                <a:ea typeface="Barlow Semi Condensed Black"/>
                <a:cs typeface="Barlow Semi Condensed Black"/>
                <a:sym typeface="Barlow Semi Condensed Black"/>
              </a:rPr>
              <a:t>+XX%</a:t>
            </a:r>
            <a:endParaRPr b="0" i="0" sz="1900"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313" name="Google Shape;313;p17"/>
          <p:cNvSpPr/>
          <p:nvPr/>
        </p:nvSpPr>
        <p:spPr>
          <a:xfrm>
            <a:off x="285750" y="8066250"/>
            <a:ext cx="7200900" cy="11100"/>
          </a:xfrm>
          <a:prstGeom prst="rect">
            <a:avLst/>
          </a:prstGeom>
          <a:solidFill>
            <a:srgbClr val="0009DC"/>
          </a:solidFill>
          <a:ln cap="flat" cmpd="sng" w="9525">
            <a:solidFill>
              <a:srgbClr val="0009D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4" name="Google Shape;314;p17"/>
          <p:cNvSpPr txBox="1"/>
          <p:nvPr/>
        </p:nvSpPr>
        <p:spPr>
          <a:xfrm>
            <a:off x="3119700" y="8178725"/>
            <a:ext cx="1533000" cy="746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3600"/>
              <a:buFont typeface="Arial"/>
              <a:buNone/>
            </a:pPr>
            <a:r>
              <a:rPr b="0" i="0" lang="en-US" sz="4400" u="none" cap="none" strike="noStrike">
                <a:solidFill>
                  <a:srgbClr val="0009DC"/>
                </a:solidFill>
                <a:latin typeface="Barlow Semi Condensed Black"/>
                <a:ea typeface="Barlow Semi Condensed Black"/>
                <a:cs typeface="Barlow Semi Condensed Black"/>
                <a:sym typeface="Barlow Semi Condensed Black"/>
              </a:rPr>
              <a:t>+XX%</a:t>
            </a:r>
            <a:endParaRPr b="0" i="0" sz="1900" u="none" cap="none" strike="noStrike">
              <a:solidFill>
                <a:srgbClr val="0009DC"/>
              </a:solidFill>
              <a:latin typeface="Barlow Semi Condensed Black"/>
              <a:ea typeface="Barlow Semi Condensed Black"/>
              <a:cs typeface="Barlow Semi Condensed Black"/>
              <a:sym typeface="Barlow Semi Condensed Black"/>
            </a:endParaRPr>
          </a:p>
        </p:txBody>
      </p:sp>
      <p:sp>
        <p:nvSpPr>
          <p:cNvPr id="315" name="Google Shape;315;p17"/>
          <p:cNvSpPr txBox="1"/>
          <p:nvPr/>
        </p:nvSpPr>
        <p:spPr>
          <a:xfrm>
            <a:off x="5786900" y="8178725"/>
            <a:ext cx="1533000" cy="746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3600"/>
              <a:buFont typeface="Arial"/>
              <a:buNone/>
            </a:pPr>
            <a:r>
              <a:rPr b="0" i="0" lang="en-US" sz="4400" u="none" cap="none" strike="noStrike">
                <a:solidFill>
                  <a:srgbClr val="0009DC"/>
                </a:solidFill>
                <a:latin typeface="Barlow Semi Condensed Black"/>
                <a:ea typeface="Barlow Semi Condensed Black"/>
                <a:cs typeface="Barlow Semi Condensed Black"/>
                <a:sym typeface="Barlow Semi Condensed Black"/>
              </a:rPr>
              <a:t>+XX%</a:t>
            </a:r>
            <a:endParaRPr b="0" i="0" sz="1900" u="none" cap="none" strike="noStrike">
              <a:solidFill>
                <a:srgbClr val="0009DC"/>
              </a:solidFill>
              <a:latin typeface="Barlow Semi Condensed Black"/>
              <a:ea typeface="Barlow Semi Condensed Black"/>
              <a:cs typeface="Barlow Semi Condensed Black"/>
              <a:sym typeface="Barlow Semi Condensed Black"/>
            </a:endParaRPr>
          </a:p>
        </p:txBody>
      </p:sp>
      <p:cxnSp>
        <p:nvCxnSpPr>
          <p:cNvPr id="316" name="Google Shape;316;p17"/>
          <p:cNvCxnSpPr/>
          <p:nvPr/>
        </p:nvCxnSpPr>
        <p:spPr>
          <a:xfrm>
            <a:off x="2518625" y="8378075"/>
            <a:ext cx="0" cy="796800"/>
          </a:xfrm>
          <a:prstGeom prst="straightConnector1">
            <a:avLst/>
          </a:prstGeom>
          <a:noFill/>
          <a:ln cap="flat" cmpd="sng" w="9525">
            <a:solidFill>
              <a:schemeClr val="lt2"/>
            </a:solidFill>
            <a:prstDash val="solid"/>
            <a:round/>
            <a:headEnd len="sm" w="sm" type="none"/>
            <a:tailEnd len="sm" w="sm" type="none"/>
          </a:ln>
        </p:spPr>
      </p:cxnSp>
      <p:cxnSp>
        <p:nvCxnSpPr>
          <p:cNvPr id="317" name="Google Shape;317;p17"/>
          <p:cNvCxnSpPr/>
          <p:nvPr/>
        </p:nvCxnSpPr>
        <p:spPr>
          <a:xfrm>
            <a:off x="5226300" y="8378075"/>
            <a:ext cx="0" cy="796800"/>
          </a:xfrm>
          <a:prstGeom prst="straightConnector1">
            <a:avLst/>
          </a:prstGeom>
          <a:noFill/>
          <a:ln cap="flat" cmpd="sng" w="9525">
            <a:solidFill>
              <a:schemeClr val="lt2"/>
            </a:solidFill>
            <a:prstDash val="solid"/>
            <a:round/>
            <a:headEnd len="sm" w="sm" type="none"/>
            <a:tailEnd len="sm" w="sm" type="none"/>
          </a:ln>
        </p:spPr>
      </p:cxnSp>
      <p:sp>
        <p:nvSpPr>
          <p:cNvPr id="318" name="Google Shape;318;p17"/>
          <p:cNvSpPr/>
          <p:nvPr/>
        </p:nvSpPr>
        <p:spPr>
          <a:xfrm>
            <a:off x="682800" y="8837643"/>
            <a:ext cx="1533000" cy="2610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900"/>
              <a:buFont typeface="Arial"/>
              <a:buNone/>
            </a:pPr>
            <a:r>
              <a:rPr b="0" i="0" lang="en-US" sz="900" u="none" cap="none" strike="noStrike">
                <a:solidFill>
                  <a:schemeClr val="dk1"/>
                </a:solidFill>
                <a:latin typeface="Inter Light"/>
                <a:ea typeface="Inter Light"/>
                <a:cs typeface="Inter Light"/>
                <a:sym typeface="Inter Light"/>
              </a:rPr>
              <a:t>Short Description Here </a:t>
            </a:r>
            <a:endParaRPr b="0" i="0" sz="1100" u="none" cap="none" strike="noStrike">
              <a:solidFill>
                <a:schemeClr val="dk1"/>
              </a:solidFill>
              <a:latin typeface="Arial"/>
              <a:ea typeface="Arial"/>
              <a:cs typeface="Arial"/>
              <a:sym typeface="Arial"/>
            </a:endParaRPr>
          </a:p>
        </p:txBody>
      </p:sp>
      <p:sp>
        <p:nvSpPr>
          <p:cNvPr id="319" name="Google Shape;319;p17"/>
          <p:cNvSpPr/>
          <p:nvPr/>
        </p:nvSpPr>
        <p:spPr>
          <a:xfrm>
            <a:off x="3193950" y="8837643"/>
            <a:ext cx="1533000" cy="261000"/>
          </a:xfrm>
          <a:prstGeom prst="rect">
            <a:avLst/>
          </a:prstGeom>
          <a:noFill/>
          <a:ln>
            <a:noFill/>
          </a:ln>
        </p:spPr>
        <p:txBody>
          <a:bodyPr anchorCtr="0" anchor="t" bIns="26650" lIns="26650" spcFirstLastPara="1" rIns="26650" wrap="square" tIns="26650">
            <a:noAutofit/>
          </a:bodyPr>
          <a:lstStyle/>
          <a:p>
            <a:pPr indent="0" lvl="0" marL="0" marR="0" rtl="0" algn="l">
              <a:lnSpc>
                <a:spcPct val="125000"/>
              </a:lnSpc>
              <a:spcBef>
                <a:spcPts val="0"/>
              </a:spcBef>
              <a:spcAft>
                <a:spcPts val="0"/>
              </a:spcAft>
              <a:buClr>
                <a:srgbClr val="000000"/>
              </a:buClr>
              <a:buSzPts val="900"/>
              <a:buFont typeface="Arial"/>
              <a:buNone/>
            </a:pPr>
            <a:r>
              <a:rPr b="0" i="0" lang="en-US" sz="900" u="none" cap="none" strike="noStrike">
                <a:solidFill>
                  <a:schemeClr val="dk1"/>
                </a:solidFill>
                <a:latin typeface="Inter Light"/>
                <a:ea typeface="Inter Light"/>
                <a:cs typeface="Inter Light"/>
                <a:sym typeface="Inter Light"/>
              </a:rPr>
              <a:t>Short Description Here </a:t>
            </a:r>
            <a:endParaRPr b="0" i="0" sz="1100" u="none" cap="none" strike="noStrike">
              <a:solidFill>
                <a:schemeClr val="dk1"/>
              </a:solidFill>
              <a:latin typeface="Arial"/>
              <a:ea typeface="Arial"/>
              <a:cs typeface="Arial"/>
              <a:sym typeface="Arial"/>
            </a:endParaRPr>
          </a:p>
        </p:txBody>
      </p:sp>
      <p:sp>
        <p:nvSpPr>
          <p:cNvPr id="320" name="Google Shape;320;p17"/>
          <p:cNvSpPr/>
          <p:nvPr/>
        </p:nvSpPr>
        <p:spPr>
          <a:xfrm>
            <a:off x="5725650" y="8851856"/>
            <a:ext cx="1533000" cy="261000"/>
          </a:xfrm>
          <a:prstGeom prst="rect">
            <a:avLst/>
          </a:prstGeom>
          <a:noFill/>
          <a:ln>
            <a:noFill/>
          </a:ln>
        </p:spPr>
        <p:txBody>
          <a:bodyPr anchorCtr="0" anchor="t" bIns="26650" lIns="26650" spcFirstLastPara="1" rIns="26650" wrap="square" tIns="26650">
            <a:noAutofit/>
          </a:bodyPr>
          <a:lstStyle/>
          <a:p>
            <a:pPr indent="0" lvl="0" marL="0" marR="0" rtl="0" algn="r">
              <a:lnSpc>
                <a:spcPct val="125000"/>
              </a:lnSpc>
              <a:spcBef>
                <a:spcPts val="0"/>
              </a:spcBef>
              <a:spcAft>
                <a:spcPts val="0"/>
              </a:spcAft>
              <a:buClr>
                <a:srgbClr val="000000"/>
              </a:buClr>
              <a:buSzPts val="900"/>
              <a:buFont typeface="Arial"/>
              <a:buNone/>
            </a:pPr>
            <a:r>
              <a:rPr b="0" i="0" lang="en-US" sz="900" u="none" cap="none" strike="noStrike">
                <a:solidFill>
                  <a:schemeClr val="dk1"/>
                </a:solidFill>
                <a:latin typeface="Inter Light"/>
                <a:ea typeface="Inter Light"/>
                <a:cs typeface="Inter Light"/>
                <a:sym typeface="Inter Light"/>
              </a:rPr>
              <a:t>Short Description Here </a:t>
            </a:r>
            <a:endParaRPr b="0" i="0" sz="1100" u="none" cap="none" strike="noStrike">
              <a:solidFill>
                <a:schemeClr val="dk1"/>
              </a:solidFill>
              <a:latin typeface="Arial"/>
              <a:ea typeface="Arial"/>
              <a:cs typeface="Arial"/>
              <a:sym typeface="Arial"/>
            </a:endParaRPr>
          </a:p>
        </p:txBody>
      </p:sp>
      <p:sp>
        <p:nvSpPr>
          <p:cNvPr id="321" name="Google Shape;321;p17"/>
          <p:cNvSpPr/>
          <p:nvPr/>
        </p:nvSpPr>
        <p:spPr>
          <a:xfrm>
            <a:off x="158243" y="9584244"/>
            <a:ext cx="2417400" cy="3422400"/>
          </a:xfrm>
          <a:prstGeom prst="roundRect">
            <a:avLst>
              <a:gd fmla="val 4188" name="adj"/>
            </a:avLst>
          </a:prstGeom>
          <a:solidFill>
            <a:srgbClr val="FFFFFF"/>
          </a:solidFill>
          <a:ln cap="flat" cmpd="sng" w="952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22" name="Google Shape;322;p17"/>
          <p:cNvSpPr txBox="1"/>
          <p:nvPr/>
        </p:nvSpPr>
        <p:spPr>
          <a:xfrm>
            <a:off x="305382" y="10401096"/>
            <a:ext cx="2259300" cy="4848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Inter"/>
              <a:buNone/>
            </a:pPr>
            <a:r>
              <a:rPr b="0" i="0" lang="en-US" sz="900" u="none" cap="none" strike="noStrike">
                <a:solidFill>
                  <a:srgbClr val="080808"/>
                </a:solidFill>
                <a:latin typeface="Inter"/>
                <a:ea typeface="Inter"/>
                <a:cs typeface="Inter"/>
                <a:sym typeface="Inter"/>
              </a:rPr>
              <a:t>Short Description Here Short Description Here Short Description Here Short Description Here </a:t>
            </a:r>
            <a:endParaRPr b="0" i="0" sz="900" u="none" cap="none" strike="noStrike">
              <a:solidFill>
                <a:srgbClr val="080808"/>
              </a:solidFill>
              <a:latin typeface="Inter"/>
              <a:ea typeface="Inter"/>
              <a:cs typeface="Inter"/>
              <a:sym typeface="Inter"/>
            </a:endParaRPr>
          </a:p>
        </p:txBody>
      </p:sp>
      <p:sp>
        <p:nvSpPr>
          <p:cNvPr id="323" name="Google Shape;323;p17"/>
          <p:cNvSpPr txBox="1"/>
          <p:nvPr/>
        </p:nvSpPr>
        <p:spPr>
          <a:xfrm>
            <a:off x="282643" y="10103965"/>
            <a:ext cx="244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Barlow Semi Condensed Black"/>
                <a:ea typeface="Barlow Semi Condensed Black"/>
                <a:cs typeface="Barlow Semi Condensed Black"/>
                <a:sym typeface="Barlow Semi Condensed Black"/>
              </a:rPr>
              <a:t>SECTION TITLE</a:t>
            </a:r>
            <a:endParaRPr b="0" i="0" sz="1400" u="none" cap="none" strike="noStrike">
              <a:solidFill>
                <a:schemeClr val="dk1"/>
              </a:solidFill>
              <a:latin typeface="Barlow Semi Condensed Black"/>
              <a:ea typeface="Barlow Semi Condensed Black"/>
              <a:cs typeface="Barlow Semi Condensed Black"/>
              <a:sym typeface="Barlow Semi Condensed Black"/>
            </a:endParaRPr>
          </a:p>
        </p:txBody>
      </p:sp>
      <p:sp>
        <p:nvSpPr>
          <p:cNvPr id="324" name="Google Shape;324;p17"/>
          <p:cNvSpPr/>
          <p:nvPr/>
        </p:nvSpPr>
        <p:spPr>
          <a:xfrm>
            <a:off x="321300" y="10963954"/>
            <a:ext cx="2091300" cy="1907100"/>
          </a:xfrm>
          <a:prstGeom prst="roundRect">
            <a:avLst>
              <a:gd fmla="val 4364" name="adj"/>
            </a:avLst>
          </a:prstGeom>
          <a:solidFill>
            <a:srgbClr val="EEFCD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25" name="Google Shape;325;p17"/>
          <p:cNvSpPr/>
          <p:nvPr/>
        </p:nvSpPr>
        <p:spPr>
          <a:xfrm>
            <a:off x="383025" y="9727573"/>
            <a:ext cx="1177500" cy="188100"/>
          </a:xfrm>
          <a:prstGeom prst="roundRect">
            <a:avLst>
              <a:gd fmla="val 50000" name="adj"/>
            </a:avLst>
          </a:prstGeom>
          <a:solidFill>
            <a:srgbClr val="AEF3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US" sz="900" u="none" cap="none" strike="noStrike">
                <a:solidFill>
                  <a:schemeClr val="dk1"/>
                </a:solidFill>
                <a:latin typeface="Inter"/>
                <a:ea typeface="Inter"/>
                <a:cs typeface="Inter"/>
                <a:sym typeface="Inter"/>
              </a:rPr>
              <a:t>Header</a:t>
            </a:r>
            <a:endParaRPr b="1" i="0" sz="900" u="none" cap="none" strike="noStrike">
              <a:solidFill>
                <a:schemeClr val="dk1"/>
              </a:solidFill>
              <a:latin typeface="Inter"/>
              <a:ea typeface="Inter"/>
              <a:cs typeface="Inter"/>
              <a:sym typeface="Inter"/>
            </a:endParaRPr>
          </a:p>
        </p:txBody>
      </p:sp>
      <p:sp>
        <p:nvSpPr>
          <p:cNvPr id="326" name="Google Shape;326;p17"/>
          <p:cNvSpPr txBox="1"/>
          <p:nvPr/>
        </p:nvSpPr>
        <p:spPr>
          <a:xfrm>
            <a:off x="485383" y="11073594"/>
            <a:ext cx="2252100" cy="623400"/>
          </a:xfrm>
          <a:prstGeom prst="rect">
            <a:avLst/>
          </a:prstGeom>
          <a:noFill/>
          <a:ln>
            <a:noFill/>
          </a:ln>
        </p:spPr>
        <p:txBody>
          <a:bodyPr anchorCtr="0" anchor="b" bIns="34275" lIns="68575" spcFirstLastPara="1" rIns="68575" wrap="square" tIns="34275">
            <a:spAutoFit/>
          </a:bodyPr>
          <a:lstStyle/>
          <a:p>
            <a:pPr indent="0" lvl="0" marL="0" marR="0" rtl="0" algn="l">
              <a:lnSpc>
                <a:spcPct val="150000"/>
              </a:lnSpc>
              <a:spcBef>
                <a:spcPts val="0"/>
              </a:spcBef>
              <a:spcAft>
                <a:spcPts val="0"/>
              </a:spcAft>
              <a:buClr>
                <a:srgbClr val="000000"/>
              </a:buClr>
              <a:buSzPts val="1100"/>
              <a:buFont typeface="Inter"/>
              <a:buNone/>
            </a:pPr>
            <a:r>
              <a:rPr b="0" i="0" lang="en-US" sz="900" u="none" cap="none" strike="noStrike">
                <a:solidFill>
                  <a:srgbClr val="080808"/>
                </a:solidFill>
                <a:latin typeface="Inter"/>
                <a:ea typeface="Inter"/>
                <a:cs typeface="Inter"/>
                <a:sym typeface="Inter"/>
              </a:rPr>
              <a:t>Text here text here text here</a:t>
            </a:r>
            <a:endParaRPr b="0" i="0" sz="9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900" u="none" cap="none" strike="noStrike">
                <a:solidFill>
                  <a:srgbClr val="080808"/>
                </a:solidFill>
                <a:latin typeface="Inter"/>
                <a:ea typeface="Inter"/>
                <a:cs typeface="Inter"/>
                <a:sym typeface="Inter"/>
              </a:rPr>
              <a:t>Text here text here text here</a:t>
            </a:r>
            <a:endParaRPr b="0" i="0" sz="9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900" u="none" cap="none" strike="noStrike">
                <a:solidFill>
                  <a:srgbClr val="080808"/>
                </a:solidFill>
                <a:latin typeface="Inter"/>
                <a:ea typeface="Inter"/>
                <a:cs typeface="Inter"/>
                <a:sym typeface="Inter"/>
              </a:rPr>
              <a:t>Text here text here text here</a:t>
            </a:r>
            <a:endParaRPr b="0" i="0" sz="900" u="none" cap="none" strike="noStrike">
              <a:solidFill>
                <a:srgbClr val="080808"/>
              </a:solidFill>
              <a:latin typeface="Inter"/>
              <a:ea typeface="Inter"/>
              <a:cs typeface="Inter"/>
              <a:sym typeface="Inter"/>
            </a:endParaRPr>
          </a:p>
        </p:txBody>
      </p:sp>
      <p:sp>
        <p:nvSpPr>
          <p:cNvPr id="327" name="Google Shape;327;p17"/>
          <p:cNvSpPr/>
          <p:nvPr/>
        </p:nvSpPr>
        <p:spPr>
          <a:xfrm>
            <a:off x="431450" y="11144550"/>
            <a:ext cx="74100" cy="71400"/>
          </a:xfrm>
          <a:prstGeom prst="ellipse">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8" name="Google Shape;328;p17"/>
          <p:cNvSpPr/>
          <p:nvPr/>
        </p:nvSpPr>
        <p:spPr>
          <a:xfrm>
            <a:off x="431450" y="11349600"/>
            <a:ext cx="74100" cy="71400"/>
          </a:xfrm>
          <a:prstGeom prst="ellipse">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9" name="Google Shape;329;p17"/>
          <p:cNvSpPr/>
          <p:nvPr/>
        </p:nvSpPr>
        <p:spPr>
          <a:xfrm>
            <a:off x="431450" y="11570925"/>
            <a:ext cx="74100" cy="71400"/>
          </a:xfrm>
          <a:prstGeom prst="ellipse">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0" name="Google Shape;330;p17"/>
          <p:cNvSpPr txBox="1"/>
          <p:nvPr/>
        </p:nvSpPr>
        <p:spPr>
          <a:xfrm>
            <a:off x="379651" y="12432250"/>
            <a:ext cx="1950000" cy="3156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chemeClr val="dk1"/>
              </a:buClr>
              <a:buSzPts val="1100"/>
              <a:buFont typeface="Inter"/>
              <a:buNone/>
            </a:pPr>
            <a:r>
              <a:rPr b="0" i="0" lang="en-US" sz="800" u="none" cap="none" strike="noStrike">
                <a:solidFill>
                  <a:srgbClr val="080808"/>
                </a:solidFill>
                <a:latin typeface="Inter"/>
                <a:ea typeface="Inter"/>
                <a:cs typeface="Inter"/>
                <a:sym typeface="Inter"/>
              </a:rPr>
              <a:t>Short subtext here Short subtext here Short sub text here</a:t>
            </a:r>
            <a:endParaRPr b="0" i="0" sz="800" u="none" cap="none" strike="noStrike">
              <a:solidFill>
                <a:srgbClr val="080808"/>
              </a:solidFill>
              <a:latin typeface="Inter"/>
              <a:ea typeface="Inter"/>
              <a:cs typeface="Inter"/>
              <a:sym typeface="Inter"/>
            </a:endParaRPr>
          </a:p>
        </p:txBody>
      </p:sp>
      <p:sp>
        <p:nvSpPr>
          <p:cNvPr id="331" name="Google Shape;331;p17"/>
          <p:cNvSpPr/>
          <p:nvPr/>
        </p:nvSpPr>
        <p:spPr>
          <a:xfrm>
            <a:off x="2673828" y="9584244"/>
            <a:ext cx="2417400" cy="3422400"/>
          </a:xfrm>
          <a:prstGeom prst="roundRect">
            <a:avLst>
              <a:gd fmla="val 4188" name="adj"/>
            </a:avLst>
          </a:prstGeom>
          <a:solidFill>
            <a:srgbClr val="FFFFFF"/>
          </a:solidFill>
          <a:ln cap="flat" cmpd="sng" w="952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32" name="Google Shape;332;p17"/>
          <p:cNvSpPr txBox="1"/>
          <p:nvPr/>
        </p:nvSpPr>
        <p:spPr>
          <a:xfrm>
            <a:off x="2820967" y="10401096"/>
            <a:ext cx="2259300" cy="4848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Inter"/>
              <a:buNone/>
            </a:pPr>
            <a:r>
              <a:rPr b="0" i="0" lang="en-US" sz="900" u="none" cap="none" strike="noStrike">
                <a:solidFill>
                  <a:srgbClr val="080808"/>
                </a:solidFill>
                <a:latin typeface="Inter"/>
                <a:ea typeface="Inter"/>
                <a:cs typeface="Inter"/>
                <a:sym typeface="Inter"/>
              </a:rPr>
              <a:t>Short Description Here Short Description Here Short Description Here Short Description Here </a:t>
            </a:r>
            <a:endParaRPr b="0" i="0" sz="900" u="none" cap="none" strike="noStrike">
              <a:solidFill>
                <a:srgbClr val="080808"/>
              </a:solidFill>
              <a:latin typeface="Inter"/>
              <a:ea typeface="Inter"/>
              <a:cs typeface="Inter"/>
              <a:sym typeface="Inter"/>
            </a:endParaRPr>
          </a:p>
        </p:txBody>
      </p:sp>
      <p:sp>
        <p:nvSpPr>
          <p:cNvPr id="333" name="Google Shape;333;p17"/>
          <p:cNvSpPr txBox="1"/>
          <p:nvPr/>
        </p:nvSpPr>
        <p:spPr>
          <a:xfrm>
            <a:off x="2798227" y="10103965"/>
            <a:ext cx="244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Barlow Semi Condensed Black"/>
                <a:ea typeface="Barlow Semi Condensed Black"/>
                <a:cs typeface="Barlow Semi Condensed Black"/>
                <a:sym typeface="Barlow Semi Condensed Black"/>
              </a:rPr>
              <a:t>SECTION TITLE</a:t>
            </a:r>
            <a:endParaRPr b="0" i="0" sz="1400" u="none" cap="none" strike="noStrike">
              <a:solidFill>
                <a:schemeClr val="dk1"/>
              </a:solidFill>
              <a:latin typeface="Barlow Semi Condensed Black"/>
              <a:ea typeface="Barlow Semi Condensed Black"/>
              <a:cs typeface="Barlow Semi Condensed Black"/>
              <a:sym typeface="Barlow Semi Condensed Black"/>
            </a:endParaRPr>
          </a:p>
        </p:txBody>
      </p:sp>
      <p:sp>
        <p:nvSpPr>
          <p:cNvPr id="334" name="Google Shape;334;p17"/>
          <p:cNvSpPr/>
          <p:nvPr/>
        </p:nvSpPr>
        <p:spPr>
          <a:xfrm>
            <a:off x="2836885" y="10963954"/>
            <a:ext cx="2091300" cy="1907100"/>
          </a:xfrm>
          <a:prstGeom prst="roundRect">
            <a:avLst>
              <a:gd fmla="val 4364" name="adj"/>
            </a:avLst>
          </a:prstGeom>
          <a:solidFill>
            <a:srgbClr val="EEFCD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35" name="Google Shape;335;p17"/>
          <p:cNvSpPr/>
          <p:nvPr/>
        </p:nvSpPr>
        <p:spPr>
          <a:xfrm>
            <a:off x="2898610" y="9727573"/>
            <a:ext cx="1177500" cy="188100"/>
          </a:xfrm>
          <a:prstGeom prst="roundRect">
            <a:avLst>
              <a:gd fmla="val 50000" name="adj"/>
            </a:avLst>
          </a:prstGeom>
          <a:solidFill>
            <a:srgbClr val="AEF3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US" sz="900" u="none" cap="none" strike="noStrike">
                <a:solidFill>
                  <a:schemeClr val="dk1"/>
                </a:solidFill>
                <a:latin typeface="Inter"/>
                <a:ea typeface="Inter"/>
                <a:cs typeface="Inter"/>
                <a:sym typeface="Inter"/>
              </a:rPr>
              <a:t>Header</a:t>
            </a:r>
            <a:endParaRPr b="1" i="0" sz="900" u="none" cap="none" strike="noStrike">
              <a:solidFill>
                <a:schemeClr val="dk1"/>
              </a:solidFill>
              <a:latin typeface="Inter"/>
              <a:ea typeface="Inter"/>
              <a:cs typeface="Inter"/>
              <a:sym typeface="Inter"/>
            </a:endParaRPr>
          </a:p>
        </p:txBody>
      </p:sp>
      <p:sp>
        <p:nvSpPr>
          <p:cNvPr id="336" name="Google Shape;336;p17"/>
          <p:cNvSpPr txBox="1"/>
          <p:nvPr/>
        </p:nvSpPr>
        <p:spPr>
          <a:xfrm>
            <a:off x="3000968" y="11073594"/>
            <a:ext cx="2252100" cy="623400"/>
          </a:xfrm>
          <a:prstGeom prst="rect">
            <a:avLst/>
          </a:prstGeom>
          <a:noFill/>
          <a:ln>
            <a:noFill/>
          </a:ln>
        </p:spPr>
        <p:txBody>
          <a:bodyPr anchorCtr="0" anchor="b" bIns="34275" lIns="68575" spcFirstLastPara="1" rIns="68575" wrap="square" tIns="34275">
            <a:spAutoFit/>
          </a:bodyPr>
          <a:lstStyle/>
          <a:p>
            <a:pPr indent="0" lvl="0" marL="0" marR="0" rtl="0" algn="l">
              <a:lnSpc>
                <a:spcPct val="150000"/>
              </a:lnSpc>
              <a:spcBef>
                <a:spcPts val="0"/>
              </a:spcBef>
              <a:spcAft>
                <a:spcPts val="0"/>
              </a:spcAft>
              <a:buClr>
                <a:srgbClr val="000000"/>
              </a:buClr>
              <a:buSzPts val="1100"/>
              <a:buFont typeface="Inter"/>
              <a:buNone/>
            </a:pPr>
            <a:r>
              <a:rPr b="0" i="0" lang="en-US" sz="900" u="none" cap="none" strike="noStrike">
                <a:solidFill>
                  <a:srgbClr val="080808"/>
                </a:solidFill>
                <a:latin typeface="Inter"/>
                <a:ea typeface="Inter"/>
                <a:cs typeface="Inter"/>
                <a:sym typeface="Inter"/>
              </a:rPr>
              <a:t>Text here text here text here</a:t>
            </a:r>
            <a:endParaRPr b="0" i="0" sz="9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900" u="none" cap="none" strike="noStrike">
                <a:solidFill>
                  <a:srgbClr val="080808"/>
                </a:solidFill>
                <a:latin typeface="Inter"/>
                <a:ea typeface="Inter"/>
                <a:cs typeface="Inter"/>
                <a:sym typeface="Inter"/>
              </a:rPr>
              <a:t>Text here text here text here</a:t>
            </a:r>
            <a:endParaRPr b="0" i="0" sz="9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900" u="none" cap="none" strike="noStrike">
                <a:solidFill>
                  <a:srgbClr val="080808"/>
                </a:solidFill>
                <a:latin typeface="Inter"/>
                <a:ea typeface="Inter"/>
                <a:cs typeface="Inter"/>
                <a:sym typeface="Inter"/>
              </a:rPr>
              <a:t>Text here text here text here</a:t>
            </a:r>
            <a:endParaRPr b="0" i="0" sz="900" u="none" cap="none" strike="noStrike">
              <a:solidFill>
                <a:srgbClr val="080808"/>
              </a:solidFill>
              <a:latin typeface="Inter"/>
              <a:ea typeface="Inter"/>
              <a:cs typeface="Inter"/>
              <a:sym typeface="Inter"/>
            </a:endParaRPr>
          </a:p>
        </p:txBody>
      </p:sp>
      <p:sp>
        <p:nvSpPr>
          <p:cNvPr id="337" name="Google Shape;337;p17"/>
          <p:cNvSpPr/>
          <p:nvPr/>
        </p:nvSpPr>
        <p:spPr>
          <a:xfrm>
            <a:off x="2947035" y="11144550"/>
            <a:ext cx="74100" cy="71400"/>
          </a:xfrm>
          <a:prstGeom prst="ellipse">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8" name="Google Shape;338;p17"/>
          <p:cNvSpPr/>
          <p:nvPr/>
        </p:nvSpPr>
        <p:spPr>
          <a:xfrm>
            <a:off x="2947035" y="11349600"/>
            <a:ext cx="74100" cy="71400"/>
          </a:xfrm>
          <a:prstGeom prst="ellipse">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9" name="Google Shape;339;p17"/>
          <p:cNvSpPr/>
          <p:nvPr/>
        </p:nvSpPr>
        <p:spPr>
          <a:xfrm>
            <a:off x="2947035" y="11570925"/>
            <a:ext cx="74100" cy="71400"/>
          </a:xfrm>
          <a:prstGeom prst="ellipse">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0" name="Google Shape;340;p17"/>
          <p:cNvSpPr txBox="1"/>
          <p:nvPr/>
        </p:nvSpPr>
        <p:spPr>
          <a:xfrm>
            <a:off x="2895236" y="12432250"/>
            <a:ext cx="1950000" cy="3156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chemeClr val="dk1"/>
              </a:buClr>
              <a:buSzPts val="1100"/>
              <a:buFont typeface="Inter"/>
              <a:buNone/>
            </a:pPr>
            <a:r>
              <a:rPr b="0" i="0" lang="en-US" sz="800" u="none" cap="none" strike="noStrike">
                <a:solidFill>
                  <a:srgbClr val="080808"/>
                </a:solidFill>
                <a:latin typeface="Inter"/>
                <a:ea typeface="Inter"/>
                <a:cs typeface="Inter"/>
                <a:sym typeface="Inter"/>
              </a:rPr>
              <a:t>Short subtext here Short subtext here Short sub text here</a:t>
            </a:r>
            <a:endParaRPr b="0" i="0" sz="800" u="none" cap="none" strike="noStrike">
              <a:solidFill>
                <a:srgbClr val="080808"/>
              </a:solidFill>
              <a:latin typeface="Inter"/>
              <a:ea typeface="Inter"/>
              <a:cs typeface="Inter"/>
              <a:sym typeface="Inter"/>
            </a:endParaRPr>
          </a:p>
        </p:txBody>
      </p:sp>
      <p:sp>
        <p:nvSpPr>
          <p:cNvPr id="341" name="Google Shape;341;p17"/>
          <p:cNvSpPr/>
          <p:nvPr/>
        </p:nvSpPr>
        <p:spPr>
          <a:xfrm>
            <a:off x="5183416" y="9584244"/>
            <a:ext cx="2417400" cy="3422400"/>
          </a:xfrm>
          <a:prstGeom prst="roundRect">
            <a:avLst>
              <a:gd fmla="val 4188" name="adj"/>
            </a:avLst>
          </a:prstGeom>
          <a:solidFill>
            <a:srgbClr val="FFFFFF"/>
          </a:solidFill>
          <a:ln cap="flat" cmpd="sng" w="952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2" name="Google Shape;342;p17"/>
          <p:cNvSpPr txBox="1"/>
          <p:nvPr/>
        </p:nvSpPr>
        <p:spPr>
          <a:xfrm>
            <a:off x="5330555" y="10401096"/>
            <a:ext cx="2259300" cy="4848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Inter"/>
              <a:buNone/>
            </a:pPr>
            <a:r>
              <a:rPr b="0" i="0" lang="en-US" sz="900" u="none" cap="none" strike="noStrike">
                <a:solidFill>
                  <a:srgbClr val="080808"/>
                </a:solidFill>
                <a:latin typeface="Inter"/>
                <a:ea typeface="Inter"/>
                <a:cs typeface="Inter"/>
                <a:sym typeface="Inter"/>
              </a:rPr>
              <a:t>Short Description Here Short Description Here Short Description Here Short Description Here </a:t>
            </a:r>
            <a:endParaRPr b="0" i="0" sz="900" u="none" cap="none" strike="noStrike">
              <a:solidFill>
                <a:srgbClr val="080808"/>
              </a:solidFill>
              <a:latin typeface="Inter"/>
              <a:ea typeface="Inter"/>
              <a:cs typeface="Inter"/>
              <a:sym typeface="Inter"/>
            </a:endParaRPr>
          </a:p>
        </p:txBody>
      </p:sp>
      <p:sp>
        <p:nvSpPr>
          <p:cNvPr id="343" name="Google Shape;343;p17"/>
          <p:cNvSpPr txBox="1"/>
          <p:nvPr/>
        </p:nvSpPr>
        <p:spPr>
          <a:xfrm>
            <a:off x="5307816" y="10103965"/>
            <a:ext cx="244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Barlow Semi Condensed Black"/>
                <a:ea typeface="Barlow Semi Condensed Black"/>
                <a:cs typeface="Barlow Semi Condensed Black"/>
                <a:sym typeface="Barlow Semi Condensed Black"/>
              </a:rPr>
              <a:t>SECTION TITLE</a:t>
            </a:r>
            <a:endParaRPr b="0" i="0" sz="1400" u="none" cap="none" strike="noStrike">
              <a:solidFill>
                <a:schemeClr val="dk1"/>
              </a:solidFill>
              <a:latin typeface="Barlow Semi Condensed Black"/>
              <a:ea typeface="Barlow Semi Condensed Black"/>
              <a:cs typeface="Barlow Semi Condensed Black"/>
              <a:sym typeface="Barlow Semi Condensed Black"/>
            </a:endParaRPr>
          </a:p>
        </p:txBody>
      </p:sp>
      <p:sp>
        <p:nvSpPr>
          <p:cNvPr id="344" name="Google Shape;344;p17"/>
          <p:cNvSpPr/>
          <p:nvPr/>
        </p:nvSpPr>
        <p:spPr>
          <a:xfrm>
            <a:off x="5346473" y="10963954"/>
            <a:ext cx="2091300" cy="1907100"/>
          </a:xfrm>
          <a:prstGeom prst="roundRect">
            <a:avLst>
              <a:gd fmla="val 4364" name="adj"/>
            </a:avLst>
          </a:prstGeom>
          <a:solidFill>
            <a:srgbClr val="EEFCD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345" name="Google Shape;345;p17"/>
          <p:cNvSpPr/>
          <p:nvPr/>
        </p:nvSpPr>
        <p:spPr>
          <a:xfrm>
            <a:off x="5408198" y="9727573"/>
            <a:ext cx="1177500" cy="188100"/>
          </a:xfrm>
          <a:prstGeom prst="roundRect">
            <a:avLst>
              <a:gd fmla="val 50000" name="adj"/>
            </a:avLst>
          </a:prstGeom>
          <a:solidFill>
            <a:srgbClr val="AEF3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US" sz="900" u="none" cap="none" strike="noStrike">
                <a:solidFill>
                  <a:schemeClr val="dk1"/>
                </a:solidFill>
                <a:latin typeface="Inter"/>
                <a:ea typeface="Inter"/>
                <a:cs typeface="Inter"/>
                <a:sym typeface="Inter"/>
              </a:rPr>
              <a:t>Header</a:t>
            </a:r>
            <a:endParaRPr b="1" i="0" sz="900" u="none" cap="none" strike="noStrike">
              <a:solidFill>
                <a:schemeClr val="dk1"/>
              </a:solidFill>
              <a:latin typeface="Inter"/>
              <a:ea typeface="Inter"/>
              <a:cs typeface="Inter"/>
              <a:sym typeface="Inter"/>
            </a:endParaRPr>
          </a:p>
        </p:txBody>
      </p:sp>
      <p:sp>
        <p:nvSpPr>
          <p:cNvPr id="346" name="Google Shape;346;p17"/>
          <p:cNvSpPr txBox="1"/>
          <p:nvPr/>
        </p:nvSpPr>
        <p:spPr>
          <a:xfrm>
            <a:off x="5510556" y="11073594"/>
            <a:ext cx="2252100" cy="623400"/>
          </a:xfrm>
          <a:prstGeom prst="rect">
            <a:avLst/>
          </a:prstGeom>
          <a:noFill/>
          <a:ln>
            <a:noFill/>
          </a:ln>
        </p:spPr>
        <p:txBody>
          <a:bodyPr anchorCtr="0" anchor="b" bIns="34275" lIns="68575" spcFirstLastPara="1" rIns="68575" wrap="square" tIns="34275">
            <a:spAutoFit/>
          </a:bodyPr>
          <a:lstStyle/>
          <a:p>
            <a:pPr indent="0" lvl="0" marL="0" marR="0" rtl="0" algn="l">
              <a:lnSpc>
                <a:spcPct val="150000"/>
              </a:lnSpc>
              <a:spcBef>
                <a:spcPts val="0"/>
              </a:spcBef>
              <a:spcAft>
                <a:spcPts val="0"/>
              </a:spcAft>
              <a:buClr>
                <a:srgbClr val="000000"/>
              </a:buClr>
              <a:buSzPts val="1100"/>
              <a:buFont typeface="Inter"/>
              <a:buNone/>
            </a:pPr>
            <a:r>
              <a:rPr b="0" i="0" lang="en-US" sz="900" u="none" cap="none" strike="noStrike">
                <a:solidFill>
                  <a:srgbClr val="080808"/>
                </a:solidFill>
                <a:latin typeface="Inter"/>
                <a:ea typeface="Inter"/>
                <a:cs typeface="Inter"/>
                <a:sym typeface="Inter"/>
              </a:rPr>
              <a:t>Text here text here text here</a:t>
            </a:r>
            <a:endParaRPr b="0" i="0" sz="9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900" u="none" cap="none" strike="noStrike">
                <a:solidFill>
                  <a:srgbClr val="080808"/>
                </a:solidFill>
                <a:latin typeface="Inter"/>
                <a:ea typeface="Inter"/>
                <a:cs typeface="Inter"/>
                <a:sym typeface="Inter"/>
              </a:rPr>
              <a:t>Text here text here text here</a:t>
            </a:r>
            <a:endParaRPr b="0" i="0" sz="900" u="none" cap="none" strike="noStrike">
              <a:solidFill>
                <a:srgbClr val="080808"/>
              </a:solidFill>
              <a:latin typeface="Inter"/>
              <a:ea typeface="Inter"/>
              <a:cs typeface="Inter"/>
              <a:sym typeface="Inter"/>
            </a:endParaRPr>
          </a:p>
          <a:p>
            <a:pPr indent="0" lvl="0" marL="0" marR="0" rtl="0" algn="l">
              <a:lnSpc>
                <a:spcPct val="150000"/>
              </a:lnSpc>
              <a:spcBef>
                <a:spcPts val="0"/>
              </a:spcBef>
              <a:spcAft>
                <a:spcPts val="0"/>
              </a:spcAft>
              <a:buClr>
                <a:schemeClr val="dk1"/>
              </a:buClr>
              <a:buSzPts val="1100"/>
              <a:buFont typeface="Inter"/>
              <a:buNone/>
            </a:pPr>
            <a:r>
              <a:rPr b="0" i="0" lang="en-US" sz="900" u="none" cap="none" strike="noStrike">
                <a:solidFill>
                  <a:srgbClr val="080808"/>
                </a:solidFill>
                <a:latin typeface="Inter"/>
                <a:ea typeface="Inter"/>
                <a:cs typeface="Inter"/>
                <a:sym typeface="Inter"/>
              </a:rPr>
              <a:t>Text here text here text here</a:t>
            </a:r>
            <a:endParaRPr b="0" i="0" sz="900" u="none" cap="none" strike="noStrike">
              <a:solidFill>
                <a:srgbClr val="080808"/>
              </a:solidFill>
              <a:latin typeface="Inter"/>
              <a:ea typeface="Inter"/>
              <a:cs typeface="Inter"/>
              <a:sym typeface="Inter"/>
            </a:endParaRPr>
          </a:p>
        </p:txBody>
      </p:sp>
      <p:sp>
        <p:nvSpPr>
          <p:cNvPr id="347" name="Google Shape;347;p17"/>
          <p:cNvSpPr/>
          <p:nvPr/>
        </p:nvSpPr>
        <p:spPr>
          <a:xfrm>
            <a:off x="5456623" y="11144550"/>
            <a:ext cx="74100" cy="71400"/>
          </a:xfrm>
          <a:prstGeom prst="ellipse">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8" name="Google Shape;348;p17"/>
          <p:cNvSpPr/>
          <p:nvPr/>
        </p:nvSpPr>
        <p:spPr>
          <a:xfrm>
            <a:off x="5456623" y="11349600"/>
            <a:ext cx="74100" cy="71400"/>
          </a:xfrm>
          <a:prstGeom prst="ellipse">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9" name="Google Shape;349;p17"/>
          <p:cNvSpPr/>
          <p:nvPr/>
        </p:nvSpPr>
        <p:spPr>
          <a:xfrm>
            <a:off x="5456623" y="11570925"/>
            <a:ext cx="74100" cy="71400"/>
          </a:xfrm>
          <a:prstGeom prst="ellipse">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0" name="Google Shape;350;p17"/>
          <p:cNvSpPr txBox="1"/>
          <p:nvPr/>
        </p:nvSpPr>
        <p:spPr>
          <a:xfrm>
            <a:off x="5404824" y="12432250"/>
            <a:ext cx="1950000" cy="3156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chemeClr val="dk1"/>
              </a:buClr>
              <a:buSzPts val="1100"/>
              <a:buFont typeface="Inter"/>
              <a:buNone/>
            </a:pPr>
            <a:r>
              <a:rPr b="0" i="0" lang="en-US" sz="800" u="none" cap="none" strike="noStrike">
                <a:solidFill>
                  <a:srgbClr val="080808"/>
                </a:solidFill>
                <a:latin typeface="Inter"/>
                <a:ea typeface="Inter"/>
                <a:cs typeface="Inter"/>
                <a:sym typeface="Inter"/>
              </a:rPr>
              <a:t>Short subtext here Short subtext here Short sub text here</a:t>
            </a:r>
            <a:endParaRPr b="0" i="0" sz="800" u="none" cap="none" strike="noStrike">
              <a:solidFill>
                <a:srgbClr val="080808"/>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55" name="Shape 355"/>
        <p:cNvGrpSpPr/>
        <p:nvPr/>
      </p:nvGrpSpPr>
      <p:grpSpPr>
        <a:xfrm>
          <a:off x="0" y="0"/>
          <a:ext cx="0" cy="0"/>
          <a:chOff x="0" y="0"/>
          <a:chExt cx="0" cy="0"/>
        </a:xfrm>
      </p:grpSpPr>
      <p:pic>
        <p:nvPicPr>
          <p:cNvPr id="356" name="Google Shape;356;p18" title="Foot-Traffic.jpg"/>
          <p:cNvPicPr preferRelativeResize="0"/>
          <p:nvPr/>
        </p:nvPicPr>
        <p:blipFill rotWithShape="1">
          <a:blip r:embed="rId3">
            <a:alphaModFix/>
          </a:blip>
          <a:srcRect b="0" l="24153" r="24148" t="0"/>
          <a:stretch/>
        </p:blipFill>
        <p:spPr>
          <a:xfrm>
            <a:off x="482750" y="586175"/>
            <a:ext cx="4355100" cy="5143500"/>
          </a:xfrm>
          <a:prstGeom prst="roundRect">
            <a:avLst>
              <a:gd fmla="val 5774" name="adj"/>
            </a:avLst>
          </a:prstGeom>
          <a:noFill/>
          <a:ln>
            <a:noFill/>
          </a:ln>
        </p:spPr>
      </p:pic>
      <p:pic>
        <p:nvPicPr>
          <p:cNvPr id="357" name="Google Shape;357;p18" title="Rectangle 921739.png"/>
          <p:cNvPicPr preferRelativeResize="0"/>
          <p:nvPr/>
        </p:nvPicPr>
        <p:blipFill rotWithShape="1">
          <a:blip r:embed="rId4">
            <a:alphaModFix/>
          </a:blip>
          <a:srcRect b="22701" l="10401" r="4759" t="26548"/>
          <a:stretch/>
        </p:blipFill>
        <p:spPr>
          <a:xfrm>
            <a:off x="482750" y="577674"/>
            <a:ext cx="4355100" cy="5143500"/>
          </a:xfrm>
          <a:prstGeom prst="roundRect">
            <a:avLst>
              <a:gd fmla="val 6064" name="adj"/>
            </a:avLst>
          </a:prstGeom>
          <a:noFill/>
          <a:ln>
            <a:noFill/>
          </a:ln>
        </p:spPr>
      </p:pic>
      <p:sp>
        <p:nvSpPr>
          <p:cNvPr id="358" name="Google Shape;358;p18"/>
          <p:cNvSpPr/>
          <p:nvPr/>
        </p:nvSpPr>
        <p:spPr>
          <a:xfrm>
            <a:off x="482740" y="6067299"/>
            <a:ext cx="1687500" cy="2390100"/>
          </a:xfrm>
          <a:prstGeom prst="roundRect">
            <a:avLst>
              <a:gd fmla="val 5125" name="adj"/>
            </a:avLst>
          </a:prstGeom>
          <a:solidFill>
            <a:srgbClr val="FFFFFF"/>
          </a:solidFill>
          <a:ln cap="flat" cmpd="sng" w="9525">
            <a:solidFill>
              <a:srgbClr val="FFB5F9"/>
            </a:solidFill>
            <a:prstDash val="solid"/>
            <a:round/>
            <a:headEnd len="sm" w="sm" type="none"/>
            <a:tailEnd len="sm" w="sm" type="none"/>
          </a:ln>
        </p:spPr>
        <p:txBody>
          <a:bodyPr anchorCtr="0" anchor="ctr" bIns="35975" lIns="71975" spcFirstLastPara="1" rIns="71975" wrap="square" tIns="35975">
            <a:noAutofit/>
          </a:bodyPr>
          <a:lstStyle/>
          <a:p>
            <a:pPr indent="0" lvl="0" marL="0" marR="0" rtl="0" algn="ctr">
              <a:lnSpc>
                <a:spcPct val="100000"/>
              </a:lnSpc>
              <a:spcBef>
                <a:spcPts val="0"/>
              </a:spcBef>
              <a:spcAft>
                <a:spcPts val="0"/>
              </a:spcAft>
              <a:buClr>
                <a:srgbClr val="000000"/>
              </a:buClr>
              <a:buSzPts val="1470"/>
              <a:buFont typeface="Arial"/>
              <a:buNone/>
            </a:pPr>
            <a:r>
              <a:t/>
            </a:r>
            <a:endParaRPr b="0" i="0" sz="1470" u="none" cap="none" strike="noStrike">
              <a:solidFill>
                <a:srgbClr val="000000"/>
              </a:solidFill>
              <a:latin typeface="Inter"/>
              <a:ea typeface="Inter"/>
              <a:cs typeface="Inter"/>
              <a:sym typeface="Inter"/>
            </a:endParaRPr>
          </a:p>
        </p:txBody>
      </p:sp>
      <p:sp>
        <p:nvSpPr>
          <p:cNvPr id="359" name="Google Shape;359;p18"/>
          <p:cNvSpPr/>
          <p:nvPr/>
        </p:nvSpPr>
        <p:spPr>
          <a:xfrm>
            <a:off x="2286504" y="6067299"/>
            <a:ext cx="1687500" cy="2390100"/>
          </a:xfrm>
          <a:prstGeom prst="roundRect">
            <a:avLst>
              <a:gd fmla="val 5125" name="adj"/>
            </a:avLst>
          </a:prstGeom>
          <a:solidFill>
            <a:srgbClr val="FFFFFF"/>
          </a:solidFill>
          <a:ln cap="flat" cmpd="sng" w="9525">
            <a:solidFill>
              <a:srgbClr val="C4C5FF"/>
            </a:solidFill>
            <a:prstDash val="solid"/>
            <a:round/>
            <a:headEnd len="sm" w="sm" type="none"/>
            <a:tailEnd len="sm" w="sm" type="none"/>
          </a:ln>
        </p:spPr>
        <p:txBody>
          <a:bodyPr anchorCtr="0" anchor="ctr" bIns="35975" lIns="71975" spcFirstLastPara="1" rIns="71975" wrap="square" tIns="35975">
            <a:noAutofit/>
          </a:bodyPr>
          <a:lstStyle/>
          <a:p>
            <a:pPr indent="0" lvl="0" marL="0" marR="0" rtl="0" algn="ctr">
              <a:lnSpc>
                <a:spcPct val="100000"/>
              </a:lnSpc>
              <a:spcBef>
                <a:spcPts val="0"/>
              </a:spcBef>
              <a:spcAft>
                <a:spcPts val="0"/>
              </a:spcAft>
              <a:buClr>
                <a:srgbClr val="000000"/>
              </a:buClr>
              <a:buSzPts val="1470"/>
              <a:buFont typeface="Arial"/>
              <a:buNone/>
            </a:pPr>
            <a:r>
              <a:t/>
            </a:r>
            <a:endParaRPr b="0" i="0" sz="1470" u="none" cap="none" strike="noStrike">
              <a:solidFill>
                <a:srgbClr val="000000"/>
              </a:solidFill>
              <a:latin typeface="Inter"/>
              <a:ea typeface="Inter"/>
              <a:cs typeface="Inter"/>
              <a:sym typeface="Inter"/>
            </a:endParaRPr>
          </a:p>
        </p:txBody>
      </p:sp>
      <p:sp>
        <p:nvSpPr>
          <p:cNvPr id="360" name="Google Shape;360;p18"/>
          <p:cNvSpPr/>
          <p:nvPr/>
        </p:nvSpPr>
        <p:spPr>
          <a:xfrm>
            <a:off x="4090269" y="6067299"/>
            <a:ext cx="1687500" cy="2390100"/>
          </a:xfrm>
          <a:prstGeom prst="roundRect">
            <a:avLst>
              <a:gd fmla="val 5125" name="adj"/>
            </a:avLst>
          </a:prstGeom>
          <a:solidFill>
            <a:srgbClr val="FFFFFF"/>
          </a:solidFill>
          <a:ln cap="flat" cmpd="sng" w="9525">
            <a:solidFill>
              <a:srgbClr val="AEF33E"/>
            </a:solidFill>
            <a:prstDash val="solid"/>
            <a:round/>
            <a:headEnd len="sm" w="sm" type="none"/>
            <a:tailEnd len="sm" w="sm" type="none"/>
          </a:ln>
        </p:spPr>
        <p:txBody>
          <a:bodyPr anchorCtr="0" anchor="ctr" bIns="35975" lIns="71975" spcFirstLastPara="1" rIns="71975" wrap="square" tIns="35975">
            <a:noAutofit/>
          </a:bodyPr>
          <a:lstStyle/>
          <a:p>
            <a:pPr indent="0" lvl="0" marL="0" marR="0" rtl="0" algn="ctr">
              <a:lnSpc>
                <a:spcPct val="100000"/>
              </a:lnSpc>
              <a:spcBef>
                <a:spcPts val="0"/>
              </a:spcBef>
              <a:spcAft>
                <a:spcPts val="0"/>
              </a:spcAft>
              <a:buClr>
                <a:srgbClr val="000000"/>
              </a:buClr>
              <a:buSzPts val="1470"/>
              <a:buFont typeface="Arial"/>
              <a:buNone/>
            </a:pPr>
            <a:r>
              <a:t/>
            </a:r>
            <a:endParaRPr b="0" i="0" sz="1470" u="none" cap="none" strike="noStrike">
              <a:solidFill>
                <a:srgbClr val="000000"/>
              </a:solidFill>
              <a:latin typeface="Inter"/>
              <a:ea typeface="Inter"/>
              <a:cs typeface="Inter"/>
              <a:sym typeface="Inter"/>
            </a:endParaRPr>
          </a:p>
        </p:txBody>
      </p:sp>
      <p:sp>
        <p:nvSpPr>
          <p:cNvPr id="361" name="Google Shape;361;p18"/>
          <p:cNvSpPr txBox="1"/>
          <p:nvPr/>
        </p:nvSpPr>
        <p:spPr>
          <a:xfrm>
            <a:off x="571675" y="6690625"/>
            <a:ext cx="1564500" cy="799500"/>
          </a:xfrm>
          <a:prstGeom prst="rect">
            <a:avLst/>
          </a:prstGeom>
          <a:noFill/>
          <a:ln>
            <a:noFill/>
          </a:ln>
        </p:spPr>
        <p:txBody>
          <a:bodyPr anchorCtr="0" anchor="b" bIns="35975" lIns="71975" spcFirstLastPara="1" rIns="71975" wrap="square" tIns="3597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Barlow Semi Condensed"/>
                <a:ea typeface="Barlow Semi Condensed"/>
                <a:cs typeface="Barlow Semi Condensed"/>
                <a:sym typeface="Barlow Semi Condensed"/>
              </a:rPr>
              <a:t>KEY INSIGHT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15"/>
              </a:spcBef>
              <a:spcAft>
                <a:spcPts val="630"/>
              </a:spcAft>
              <a:buClr>
                <a:srgbClr val="000000"/>
              </a:buClr>
              <a:buSzPts val="839"/>
              <a:buFont typeface="Arial"/>
              <a:buNone/>
            </a:pPr>
            <a:r>
              <a:rPr b="0" i="0" lang="en-US" sz="840" u="none" cap="none" strike="noStrike">
                <a:solidFill>
                  <a:srgbClr val="000000"/>
                </a:solidFill>
                <a:latin typeface="Inter Light"/>
                <a:ea typeface="Inter Light"/>
                <a:cs typeface="Inter Light"/>
                <a:sym typeface="Inter Light"/>
              </a:rPr>
              <a:t>Short Description Here Short Description Here Short Description Here Short Description Here </a:t>
            </a:r>
            <a:endParaRPr b="0" i="0" sz="840" u="none" cap="none" strike="noStrike">
              <a:solidFill>
                <a:srgbClr val="000000"/>
              </a:solidFill>
              <a:latin typeface="Inter Light"/>
              <a:ea typeface="Inter Light"/>
              <a:cs typeface="Inter Light"/>
              <a:sym typeface="Inter Light"/>
            </a:endParaRPr>
          </a:p>
        </p:txBody>
      </p:sp>
      <p:sp>
        <p:nvSpPr>
          <p:cNvPr id="362" name="Google Shape;362;p18"/>
          <p:cNvSpPr/>
          <p:nvPr/>
        </p:nvSpPr>
        <p:spPr>
          <a:xfrm>
            <a:off x="544219" y="7834955"/>
            <a:ext cx="1564500" cy="565800"/>
          </a:xfrm>
          <a:prstGeom prst="roundRect">
            <a:avLst>
              <a:gd fmla="val 11410" name="adj"/>
            </a:avLst>
          </a:prstGeom>
          <a:solidFill>
            <a:srgbClr val="FBE9FD"/>
          </a:solidFill>
          <a:ln>
            <a:noFill/>
          </a:ln>
        </p:spPr>
        <p:txBody>
          <a:bodyPr anchorCtr="0" anchor="ctr" bIns="35975" lIns="71975" spcFirstLastPara="1" rIns="71975" wrap="square" tIns="35975">
            <a:noAutofit/>
          </a:bodyPr>
          <a:lstStyle/>
          <a:p>
            <a:pPr indent="0" lvl="0" marL="0" marR="0" rtl="0" algn="ctr">
              <a:lnSpc>
                <a:spcPct val="100000"/>
              </a:lnSpc>
              <a:spcBef>
                <a:spcPts val="0"/>
              </a:spcBef>
              <a:spcAft>
                <a:spcPts val="0"/>
              </a:spcAft>
              <a:buClr>
                <a:srgbClr val="000000"/>
              </a:buClr>
              <a:buSzPts val="1470"/>
              <a:buFont typeface="Arial"/>
              <a:buNone/>
            </a:pPr>
            <a:r>
              <a:t/>
            </a:r>
            <a:endParaRPr b="0" i="0" sz="1470" u="none" cap="none" strike="noStrike">
              <a:solidFill>
                <a:srgbClr val="000000"/>
              </a:solidFill>
              <a:latin typeface="Inter"/>
              <a:ea typeface="Inter"/>
              <a:cs typeface="Inter"/>
              <a:sym typeface="Inter"/>
            </a:endParaRPr>
          </a:p>
        </p:txBody>
      </p:sp>
      <p:sp>
        <p:nvSpPr>
          <p:cNvPr id="363" name="Google Shape;363;p18"/>
          <p:cNvSpPr/>
          <p:nvPr/>
        </p:nvSpPr>
        <p:spPr>
          <a:xfrm>
            <a:off x="544219" y="6131213"/>
            <a:ext cx="1564500" cy="396600"/>
          </a:xfrm>
          <a:prstGeom prst="roundRect">
            <a:avLst>
              <a:gd fmla="val 15338" name="adj"/>
            </a:avLst>
          </a:prstGeom>
          <a:solidFill>
            <a:srgbClr val="FBE9FD"/>
          </a:solidFill>
          <a:ln>
            <a:noFill/>
          </a:ln>
        </p:spPr>
        <p:txBody>
          <a:bodyPr anchorCtr="0" anchor="ctr" bIns="35975" lIns="71975" spcFirstLastPara="1" rIns="71975" wrap="square" tIns="35975">
            <a:noAutofit/>
          </a:bodyPr>
          <a:lstStyle/>
          <a:p>
            <a:pPr indent="0" lvl="0" marL="0" marR="0" rtl="0" algn="ctr">
              <a:lnSpc>
                <a:spcPct val="100000"/>
              </a:lnSpc>
              <a:spcBef>
                <a:spcPts val="0"/>
              </a:spcBef>
              <a:spcAft>
                <a:spcPts val="0"/>
              </a:spcAft>
              <a:buClr>
                <a:srgbClr val="000000"/>
              </a:buClr>
              <a:buSzPts val="1470"/>
              <a:buFont typeface="Arial"/>
              <a:buNone/>
            </a:pPr>
            <a:r>
              <a:t/>
            </a:r>
            <a:endParaRPr b="0" i="0" sz="1470" u="none" cap="none" strike="noStrike">
              <a:solidFill>
                <a:srgbClr val="000000"/>
              </a:solidFill>
              <a:latin typeface="Inter"/>
              <a:ea typeface="Inter"/>
              <a:cs typeface="Inter"/>
              <a:sym typeface="Inter"/>
            </a:endParaRPr>
          </a:p>
        </p:txBody>
      </p:sp>
      <p:sp>
        <p:nvSpPr>
          <p:cNvPr id="364" name="Google Shape;364;p18"/>
          <p:cNvSpPr/>
          <p:nvPr/>
        </p:nvSpPr>
        <p:spPr>
          <a:xfrm>
            <a:off x="627880" y="6174701"/>
            <a:ext cx="344700" cy="305400"/>
          </a:xfrm>
          <a:prstGeom prst="roundRect">
            <a:avLst>
              <a:gd fmla="val 16667" name="adj"/>
            </a:avLst>
          </a:prstGeom>
          <a:solidFill>
            <a:srgbClr val="FF7CF5"/>
          </a:solidFill>
          <a:ln>
            <a:noFill/>
          </a:ln>
        </p:spPr>
        <p:txBody>
          <a:bodyPr anchorCtr="0" anchor="ctr" bIns="75800" lIns="75800" spcFirstLastPara="1" rIns="75800" wrap="square" tIns="75800">
            <a:noAutofit/>
          </a:bodyPr>
          <a:lstStyle/>
          <a:p>
            <a:pPr indent="0" lvl="0" marL="0" marR="0" rtl="0" algn="ctr">
              <a:lnSpc>
                <a:spcPct val="100000"/>
              </a:lnSpc>
              <a:spcBef>
                <a:spcPts val="0"/>
              </a:spcBef>
              <a:spcAft>
                <a:spcPts val="0"/>
              </a:spcAft>
              <a:buClr>
                <a:srgbClr val="000000"/>
              </a:buClr>
              <a:buSzPts val="1161"/>
              <a:buFont typeface="Arial"/>
              <a:buNone/>
            </a:pPr>
            <a:r>
              <a:t/>
            </a:r>
            <a:endParaRPr b="0" i="0" sz="1161" u="none" cap="none" strike="noStrike">
              <a:solidFill>
                <a:srgbClr val="000000"/>
              </a:solidFill>
              <a:latin typeface="Calibri"/>
              <a:ea typeface="Calibri"/>
              <a:cs typeface="Calibri"/>
              <a:sym typeface="Calibri"/>
            </a:endParaRPr>
          </a:p>
        </p:txBody>
      </p:sp>
      <p:sp>
        <p:nvSpPr>
          <p:cNvPr id="365" name="Google Shape;365;p18"/>
          <p:cNvSpPr txBox="1"/>
          <p:nvPr/>
        </p:nvSpPr>
        <p:spPr>
          <a:xfrm>
            <a:off x="2338819" y="6692432"/>
            <a:ext cx="1564500" cy="799500"/>
          </a:xfrm>
          <a:prstGeom prst="rect">
            <a:avLst/>
          </a:prstGeom>
          <a:noFill/>
          <a:ln>
            <a:noFill/>
          </a:ln>
        </p:spPr>
        <p:txBody>
          <a:bodyPr anchorCtr="0" anchor="b" bIns="35975" lIns="71975" spcFirstLastPara="1" rIns="71975" wrap="square" tIns="3597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Barlow Semi Condensed"/>
                <a:ea typeface="Barlow Semi Condensed"/>
                <a:cs typeface="Barlow Semi Condensed"/>
                <a:sym typeface="Barlow Semi Condensed"/>
              </a:rPr>
              <a:t>KEY INSIGHT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15"/>
              </a:spcBef>
              <a:spcAft>
                <a:spcPts val="630"/>
              </a:spcAft>
              <a:buClr>
                <a:srgbClr val="000000"/>
              </a:buClr>
              <a:buSzPts val="839"/>
              <a:buFont typeface="Arial"/>
              <a:buNone/>
            </a:pPr>
            <a:r>
              <a:rPr b="0" i="0" lang="en-US" sz="840" u="none" cap="none" strike="noStrike">
                <a:solidFill>
                  <a:srgbClr val="000000"/>
                </a:solidFill>
                <a:latin typeface="Inter Light"/>
                <a:ea typeface="Inter Light"/>
                <a:cs typeface="Inter Light"/>
                <a:sym typeface="Inter Light"/>
              </a:rPr>
              <a:t>Short Description Here Short Description Here Short Description Here Short Description Here </a:t>
            </a:r>
            <a:endParaRPr b="1" i="0" sz="1102" u="none" cap="none" strike="noStrike">
              <a:solidFill>
                <a:srgbClr val="000000"/>
              </a:solidFill>
              <a:latin typeface="Barlow Semi Condensed ExtraBold"/>
              <a:ea typeface="Barlow Semi Condensed ExtraBold"/>
              <a:cs typeface="Barlow Semi Condensed ExtraBold"/>
              <a:sym typeface="Barlow Semi Condensed ExtraBold"/>
            </a:endParaRPr>
          </a:p>
        </p:txBody>
      </p:sp>
      <p:sp>
        <p:nvSpPr>
          <p:cNvPr id="366" name="Google Shape;366;p18"/>
          <p:cNvSpPr/>
          <p:nvPr/>
        </p:nvSpPr>
        <p:spPr>
          <a:xfrm>
            <a:off x="2337699" y="7846635"/>
            <a:ext cx="1564500" cy="565800"/>
          </a:xfrm>
          <a:prstGeom prst="roundRect">
            <a:avLst>
              <a:gd fmla="val 11410" name="adj"/>
            </a:avLst>
          </a:prstGeom>
          <a:solidFill>
            <a:srgbClr val="EDEFFD"/>
          </a:solidFill>
          <a:ln>
            <a:noFill/>
          </a:ln>
        </p:spPr>
        <p:txBody>
          <a:bodyPr anchorCtr="0" anchor="ctr" bIns="35975" lIns="71975" spcFirstLastPara="1" rIns="71975" wrap="square" tIns="35975">
            <a:noAutofit/>
          </a:bodyPr>
          <a:lstStyle/>
          <a:p>
            <a:pPr indent="0" lvl="0" marL="0" marR="0" rtl="0" algn="ctr">
              <a:lnSpc>
                <a:spcPct val="100000"/>
              </a:lnSpc>
              <a:spcBef>
                <a:spcPts val="0"/>
              </a:spcBef>
              <a:spcAft>
                <a:spcPts val="0"/>
              </a:spcAft>
              <a:buClr>
                <a:srgbClr val="000000"/>
              </a:buClr>
              <a:buSzPts val="1470"/>
              <a:buFont typeface="Arial"/>
              <a:buNone/>
            </a:pPr>
            <a:r>
              <a:t/>
            </a:r>
            <a:endParaRPr b="0" i="0" sz="1470" u="none" cap="none" strike="noStrike">
              <a:solidFill>
                <a:srgbClr val="000000"/>
              </a:solidFill>
              <a:latin typeface="Inter"/>
              <a:ea typeface="Inter"/>
              <a:cs typeface="Inter"/>
              <a:sym typeface="Inter"/>
            </a:endParaRPr>
          </a:p>
        </p:txBody>
      </p:sp>
      <p:sp>
        <p:nvSpPr>
          <p:cNvPr id="367" name="Google Shape;367;p18"/>
          <p:cNvSpPr/>
          <p:nvPr/>
        </p:nvSpPr>
        <p:spPr>
          <a:xfrm>
            <a:off x="2337699" y="6134870"/>
            <a:ext cx="1564500" cy="396600"/>
          </a:xfrm>
          <a:prstGeom prst="roundRect">
            <a:avLst>
              <a:gd fmla="val 15338" name="adj"/>
            </a:avLst>
          </a:prstGeom>
          <a:solidFill>
            <a:srgbClr val="EDEFFD"/>
          </a:solidFill>
          <a:ln>
            <a:noFill/>
          </a:ln>
        </p:spPr>
        <p:txBody>
          <a:bodyPr anchorCtr="0" anchor="ctr" bIns="35975" lIns="71975" spcFirstLastPara="1" rIns="71975" wrap="square" tIns="35975">
            <a:noAutofit/>
          </a:bodyPr>
          <a:lstStyle/>
          <a:p>
            <a:pPr indent="0" lvl="0" marL="0" marR="0" rtl="0" algn="ctr">
              <a:lnSpc>
                <a:spcPct val="100000"/>
              </a:lnSpc>
              <a:spcBef>
                <a:spcPts val="0"/>
              </a:spcBef>
              <a:spcAft>
                <a:spcPts val="0"/>
              </a:spcAft>
              <a:buClr>
                <a:srgbClr val="000000"/>
              </a:buClr>
              <a:buSzPts val="1470"/>
              <a:buFont typeface="Arial"/>
              <a:buNone/>
            </a:pPr>
            <a:r>
              <a:t/>
            </a:r>
            <a:endParaRPr b="0" i="0" sz="1470" u="none" cap="none" strike="noStrike">
              <a:solidFill>
                <a:srgbClr val="000000"/>
              </a:solidFill>
              <a:latin typeface="Inter"/>
              <a:ea typeface="Inter"/>
              <a:cs typeface="Inter"/>
              <a:sym typeface="Inter"/>
            </a:endParaRPr>
          </a:p>
        </p:txBody>
      </p:sp>
      <p:sp>
        <p:nvSpPr>
          <p:cNvPr id="368" name="Google Shape;368;p18"/>
          <p:cNvSpPr/>
          <p:nvPr/>
        </p:nvSpPr>
        <p:spPr>
          <a:xfrm>
            <a:off x="2421360" y="6178359"/>
            <a:ext cx="344700" cy="305400"/>
          </a:xfrm>
          <a:prstGeom prst="roundRect">
            <a:avLst>
              <a:gd fmla="val 16667" name="adj"/>
            </a:avLst>
          </a:prstGeom>
          <a:solidFill>
            <a:srgbClr val="0009DC"/>
          </a:solidFill>
          <a:ln>
            <a:noFill/>
          </a:ln>
        </p:spPr>
        <p:txBody>
          <a:bodyPr anchorCtr="0" anchor="ctr" bIns="75800" lIns="75800" spcFirstLastPara="1" rIns="75800" wrap="square" tIns="75800">
            <a:noAutofit/>
          </a:bodyPr>
          <a:lstStyle/>
          <a:p>
            <a:pPr indent="0" lvl="0" marL="0" marR="0" rtl="0" algn="ctr">
              <a:lnSpc>
                <a:spcPct val="100000"/>
              </a:lnSpc>
              <a:spcBef>
                <a:spcPts val="0"/>
              </a:spcBef>
              <a:spcAft>
                <a:spcPts val="0"/>
              </a:spcAft>
              <a:buClr>
                <a:srgbClr val="000000"/>
              </a:buClr>
              <a:buSzPts val="1161"/>
              <a:buFont typeface="Arial"/>
              <a:buNone/>
            </a:pPr>
            <a:r>
              <a:t/>
            </a:r>
            <a:endParaRPr b="0" i="0" sz="1161" u="none" cap="none" strike="noStrike">
              <a:solidFill>
                <a:srgbClr val="000000"/>
              </a:solidFill>
              <a:latin typeface="Calibri"/>
              <a:ea typeface="Calibri"/>
              <a:cs typeface="Calibri"/>
              <a:sym typeface="Calibri"/>
            </a:endParaRPr>
          </a:p>
        </p:txBody>
      </p:sp>
      <p:sp>
        <p:nvSpPr>
          <p:cNvPr id="369" name="Google Shape;369;p18"/>
          <p:cNvSpPr/>
          <p:nvPr/>
        </p:nvSpPr>
        <p:spPr>
          <a:xfrm>
            <a:off x="4147438" y="7848356"/>
            <a:ext cx="1564500" cy="565800"/>
          </a:xfrm>
          <a:prstGeom prst="roundRect">
            <a:avLst>
              <a:gd fmla="val 11410" name="adj"/>
            </a:avLst>
          </a:prstGeom>
          <a:solidFill>
            <a:srgbClr val="EEFCD6"/>
          </a:solidFill>
          <a:ln>
            <a:noFill/>
          </a:ln>
        </p:spPr>
        <p:txBody>
          <a:bodyPr anchorCtr="0" anchor="ctr" bIns="95975" lIns="95975" spcFirstLastPara="1" rIns="95975" wrap="square" tIns="95975">
            <a:noAutofit/>
          </a:bodyPr>
          <a:lstStyle/>
          <a:p>
            <a:pPr indent="0" lvl="0" marL="0" marR="0" rtl="0" algn="ctr">
              <a:lnSpc>
                <a:spcPct val="100000"/>
              </a:lnSpc>
              <a:spcBef>
                <a:spcPts val="0"/>
              </a:spcBef>
              <a:spcAft>
                <a:spcPts val="0"/>
              </a:spcAft>
              <a:buClr>
                <a:srgbClr val="000000"/>
              </a:buClr>
              <a:buSzPts val="1470"/>
              <a:buFont typeface="Arial"/>
              <a:buNone/>
            </a:pPr>
            <a:r>
              <a:t/>
            </a:r>
            <a:endParaRPr b="0" i="0" sz="1470" u="none" cap="none" strike="noStrike">
              <a:solidFill>
                <a:srgbClr val="000000"/>
              </a:solidFill>
              <a:latin typeface="Calibri"/>
              <a:ea typeface="Calibri"/>
              <a:cs typeface="Calibri"/>
              <a:sym typeface="Calibri"/>
            </a:endParaRPr>
          </a:p>
        </p:txBody>
      </p:sp>
      <p:sp>
        <p:nvSpPr>
          <p:cNvPr id="370" name="Google Shape;370;p18"/>
          <p:cNvSpPr/>
          <p:nvPr/>
        </p:nvSpPr>
        <p:spPr>
          <a:xfrm>
            <a:off x="4147438" y="6136591"/>
            <a:ext cx="1564500" cy="396600"/>
          </a:xfrm>
          <a:prstGeom prst="roundRect">
            <a:avLst>
              <a:gd fmla="val 15338" name="adj"/>
            </a:avLst>
          </a:prstGeom>
          <a:solidFill>
            <a:srgbClr val="EEFCD6"/>
          </a:solidFill>
          <a:ln>
            <a:noFill/>
          </a:ln>
        </p:spPr>
        <p:txBody>
          <a:bodyPr anchorCtr="0" anchor="ctr" bIns="95975" lIns="95975" spcFirstLastPara="1" rIns="95975" wrap="square" tIns="95975">
            <a:noAutofit/>
          </a:bodyPr>
          <a:lstStyle/>
          <a:p>
            <a:pPr indent="0" lvl="0" marL="0" marR="0" rtl="0" algn="ctr">
              <a:lnSpc>
                <a:spcPct val="100000"/>
              </a:lnSpc>
              <a:spcBef>
                <a:spcPts val="0"/>
              </a:spcBef>
              <a:spcAft>
                <a:spcPts val="0"/>
              </a:spcAft>
              <a:buClr>
                <a:srgbClr val="000000"/>
              </a:buClr>
              <a:buSzPts val="1470"/>
              <a:buFont typeface="Arial"/>
              <a:buNone/>
            </a:pPr>
            <a:r>
              <a:t/>
            </a:r>
            <a:endParaRPr b="0" i="0" sz="1470" u="none" cap="none" strike="noStrike">
              <a:solidFill>
                <a:srgbClr val="000000"/>
              </a:solidFill>
              <a:latin typeface="Calibri"/>
              <a:ea typeface="Calibri"/>
              <a:cs typeface="Calibri"/>
              <a:sym typeface="Calibri"/>
            </a:endParaRPr>
          </a:p>
        </p:txBody>
      </p:sp>
      <p:sp>
        <p:nvSpPr>
          <p:cNvPr id="371" name="Google Shape;371;p18"/>
          <p:cNvSpPr/>
          <p:nvPr/>
        </p:nvSpPr>
        <p:spPr>
          <a:xfrm>
            <a:off x="4231099" y="6180080"/>
            <a:ext cx="344700" cy="305400"/>
          </a:xfrm>
          <a:prstGeom prst="roundRect">
            <a:avLst>
              <a:gd fmla="val 16667" name="adj"/>
            </a:avLst>
          </a:prstGeom>
          <a:solidFill>
            <a:srgbClr val="AEF33E"/>
          </a:solidFill>
          <a:ln>
            <a:noFill/>
          </a:ln>
        </p:spPr>
        <p:txBody>
          <a:bodyPr anchorCtr="0" anchor="ctr" bIns="75800" lIns="75800" spcFirstLastPara="1" rIns="75800" wrap="square" tIns="75800">
            <a:noAutofit/>
          </a:bodyPr>
          <a:lstStyle/>
          <a:p>
            <a:pPr indent="0" lvl="0" marL="0" marR="0" rtl="0" algn="ctr">
              <a:lnSpc>
                <a:spcPct val="100000"/>
              </a:lnSpc>
              <a:spcBef>
                <a:spcPts val="0"/>
              </a:spcBef>
              <a:spcAft>
                <a:spcPts val="0"/>
              </a:spcAft>
              <a:buClr>
                <a:srgbClr val="000000"/>
              </a:buClr>
              <a:buSzPts val="1161"/>
              <a:buFont typeface="Arial"/>
              <a:buNone/>
            </a:pPr>
            <a:r>
              <a:t/>
            </a:r>
            <a:endParaRPr b="0" i="0" sz="1161" u="none" cap="none" strike="noStrike">
              <a:solidFill>
                <a:srgbClr val="000000"/>
              </a:solidFill>
              <a:latin typeface="Calibri"/>
              <a:ea typeface="Calibri"/>
              <a:cs typeface="Calibri"/>
              <a:sym typeface="Calibri"/>
            </a:endParaRPr>
          </a:p>
        </p:txBody>
      </p:sp>
      <p:sp>
        <p:nvSpPr>
          <p:cNvPr id="372" name="Google Shape;372;p18"/>
          <p:cNvSpPr txBox="1"/>
          <p:nvPr/>
        </p:nvSpPr>
        <p:spPr>
          <a:xfrm>
            <a:off x="988361" y="6231920"/>
            <a:ext cx="1050300" cy="242100"/>
          </a:xfrm>
          <a:prstGeom prst="rect">
            <a:avLst/>
          </a:prstGeom>
          <a:noFill/>
          <a:ln>
            <a:noFill/>
          </a:ln>
        </p:spPr>
        <p:txBody>
          <a:bodyPr anchorCtr="0" anchor="t" bIns="35975" lIns="71975" spcFirstLastPara="1" rIns="71975" wrap="square" tIns="3597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Barlow Semi Condensed"/>
                <a:ea typeface="Barlow Semi Condensed"/>
                <a:cs typeface="Barlow Semi Condensed"/>
                <a:sym typeface="Barlow Semi Condensed"/>
              </a:rPr>
              <a:t>TITLE HERE</a:t>
            </a:r>
            <a:endParaRPr b="1" i="0" sz="1100" u="none" cap="none" strike="noStrike">
              <a:solidFill>
                <a:srgbClr val="000000"/>
              </a:solidFill>
              <a:latin typeface="Barlow Semi Condensed"/>
              <a:ea typeface="Barlow Semi Condensed"/>
              <a:cs typeface="Barlow Semi Condensed"/>
              <a:sym typeface="Barlow Semi Condensed"/>
            </a:endParaRPr>
          </a:p>
        </p:txBody>
      </p:sp>
      <p:sp>
        <p:nvSpPr>
          <p:cNvPr id="373" name="Google Shape;373;p18"/>
          <p:cNvSpPr txBox="1"/>
          <p:nvPr/>
        </p:nvSpPr>
        <p:spPr>
          <a:xfrm>
            <a:off x="2777625" y="6222915"/>
            <a:ext cx="1050300" cy="242100"/>
          </a:xfrm>
          <a:prstGeom prst="rect">
            <a:avLst/>
          </a:prstGeom>
          <a:noFill/>
          <a:ln>
            <a:noFill/>
          </a:ln>
        </p:spPr>
        <p:txBody>
          <a:bodyPr anchorCtr="0" anchor="t" bIns="35975" lIns="71975" spcFirstLastPara="1" rIns="71975" wrap="square" tIns="3597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Barlow Semi Condensed"/>
                <a:ea typeface="Barlow Semi Condensed"/>
                <a:cs typeface="Barlow Semi Condensed"/>
                <a:sym typeface="Barlow Semi Condensed"/>
              </a:rPr>
              <a:t>TITLE HERE</a:t>
            </a:r>
            <a:endParaRPr b="1" i="0" sz="1100" u="none" cap="none" strike="noStrike">
              <a:solidFill>
                <a:srgbClr val="000000"/>
              </a:solidFill>
              <a:latin typeface="Barlow Semi Condensed"/>
              <a:ea typeface="Barlow Semi Condensed"/>
              <a:cs typeface="Barlow Semi Condensed"/>
              <a:sym typeface="Barlow Semi Condensed"/>
            </a:endParaRPr>
          </a:p>
        </p:txBody>
      </p:sp>
      <p:sp>
        <p:nvSpPr>
          <p:cNvPr id="374" name="Google Shape;374;p18"/>
          <p:cNvSpPr txBox="1"/>
          <p:nvPr/>
        </p:nvSpPr>
        <p:spPr>
          <a:xfrm>
            <a:off x="4602187" y="6217746"/>
            <a:ext cx="1050300" cy="242100"/>
          </a:xfrm>
          <a:prstGeom prst="rect">
            <a:avLst/>
          </a:prstGeom>
          <a:noFill/>
          <a:ln>
            <a:noFill/>
          </a:ln>
        </p:spPr>
        <p:txBody>
          <a:bodyPr anchorCtr="0" anchor="t" bIns="35975" lIns="71975" spcFirstLastPara="1" rIns="71975" wrap="square" tIns="3597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Barlow Semi Condensed"/>
                <a:ea typeface="Barlow Semi Condensed"/>
                <a:cs typeface="Barlow Semi Condensed"/>
                <a:sym typeface="Barlow Semi Condensed"/>
              </a:rPr>
              <a:t>TITLE HERE</a:t>
            </a:r>
            <a:endParaRPr b="1" i="0" sz="1100" u="none" cap="none" strike="noStrike">
              <a:solidFill>
                <a:srgbClr val="000000"/>
              </a:solidFill>
              <a:latin typeface="Barlow Semi Condensed"/>
              <a:ea typeface="Barlow Semi Condensed"/>
              <a:cs typeface="Barlow Semi Condensed"/>
              <a:sym typeface="Barlow Semi Condensed"/>
            </a:endParaRPr>
          </a:p>
        </p:txBody>
      </p:sp>
      <p:sp>
        <p:nvSpPr>
          <p:cNvPr id="375" name="Google Shape;375;p18"/>
          <p:cNvSpPr txBox="1"/>
          <p:nvPr/>
        </p:nvSpPr>
        <p:spPr>
          <a:xfrm>
            <a:off x="4162051" y="6714900"/>
            <a:ext cx="1557600" cy="799500"/>
          </a:xfrm>
          <a:prstGeom prst="rect">
            <a:avLst/>
          </a:prstGeom>
          <a:noFill/>
          <a:ln>
            <a:noFill/>
          </a:ln>
        </p:spPr>
        <p:txBody>
          <a:bodyPr anchorCtr="0" anchor="b" bIns="35975" lIns="71975" spcFirstLastPara="1" rIns="71975" wrap="square" tIns="3597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Barlow Semi Condensed"/>
                <a:ea typeface="Barlow Semi Condensed"/>
                <a:cs typeface="Barlow Semi Condensed"/>
                <a:sym typeface="Barlow Semi Condensed"/>
              </a:rPr>
              <a:t>KEY INSIGHT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15"/>
              </a:spcBef>
              <a:spcAft>
                <a:spcPts val="630"/>
              </a:spcAft>
              <a:buClr>
                <a:srgbClr val="000000"/>
              </a:buClr>
              <a:buSzPts val="839"/>
              <a:buFont typeface="Arial"/>
              <a:buNone/>
            </a:pPr>
            <a:r>
              <a:rPr b="0" i="0" lang="en-US" sz="840" u="none" cap="none" strike="noStrike">
                <a:solidFill>
                  <a:srgbClr val="000000"/>
                </a:solidFill>
                <a:latin typeface="Inter Light"/>
                <a:ea typeface="Inter Light"/>
                <a:cs typeface="Inter Light"/>
                <a:sym typeface="Inter Light"/>
              </a:rPr>
              <a:t>Short Description Here Short Description Here Short Description Here Short Description Here </a:t>
            </a:r>
            <a:endParaRPr b="1" i="0" sz="1102" u="none" cap="none" strike="noStrike">
              <a:solidFill>
                <a:srgbClr val="000000"/>
              </a:solidFill>
              <a:latin typeface="Barlow Semi Condensed ExtraBold"/>
              <a:ea typeface="Barlow Semi Condensed ExtraBold"/>
              <a:cs typeface="Barlow Semi Condensed ExtraBold"/>
              <a:sym typeface="Barlow Semi Condensed ExtraBold"/>
            </a:endParaRPr>
          </a:p>
        </p:txBody>
      </p:sp>
      <p:pic>
        <p:nvPicPr>
          <p:cNvPr id="376" name="Google Shape;376;p18" title="megaphone-fill (1).png"/>
          <p:cNvPicPr preferRelativeResize="0"/>
          <p:nvPr/>
        </p:nvPicPr>
        <p:blipFill rotWithShape="1">
          <a:blip r:embed="rId5">
            <a:alphaModFix/>
          </a:blip>
          <a:srcRect b="0" l="0" r="0" t="0"/>
          <a:stretch/>
        </p:blipFill>
        <p:spPr>
          <a:xfrm>
            <a:off x="4286132" y="6235555"/>
            <a:ext cx="192098" cy="192098"/>
          </a:xfrm>
          <a:prstGeom prst="rect">
            <a:avLst/>
          </a:prstGeom>
          <a:noFill/>
          <a:ln>
            <a:noFill/>
          </a:ln>
        </p:spPr>
      </p:pic>
      <p:pic>
        <p:nvPicPr>
          <p:cNvPr id="377" name="Google Shape;377;p18" title="focus-3-fill (1).png"/>
          <p:cNvPicPr preferRelativeResize="0"/>
          <p:nvPr/>
        </p:nvPicPr>
        <p:blipFill rotWithShape="1">
          <a:blip r:embed="rId6">
            <a:alphaModFix/>
          </a:blip>
          <a:srcRect b="0" l="0" r="0" t="0"/>
          <a:stretch/>
        </p:blipFill>
        <p:spPr>
          <a:xfrm>
            <a:off x="2483103" y="6228804"/>
            <a:ext cx="192098" cy="192098"/>
          </a:xfrm>
          <a:prstGeom prst="rect">
            <a:avLst/>
          </a:prstGeom>
          <a:noFill/>
          <a:ln>
            <a:noFill/>
          </a:ln>
        </p:spPr>
      </p:pic>
      <p:pic>
        <p:nvPicPr>
          <p:cNvPr id="378" name="Google Shape;378;p18"/>
          <p:cNvPicPr preferRelativeResize="0"/>
          <p:nvPr/>
        </p:nvPicPr>
        <p:blipFill rotWithShape="1">
          <a:blip r:embed="rId7">
            <a:alphaModFix/>
          </a:blip>
          <a:srcRect b="0" l="0" r="0" t="0"/>
          <a:stretch/>
        </p:blipFill>
        <p:spPr>
          <a:xfrm>
            <a:off x="701201" y="6248652"/>
            <a:ext cx="159491" cy="159491"/>
          </a:xfrm>
          <a:prstGeom prst="rect">
            <a:avLst/>
          </a:prstGeom>
          <a:noFill/>
          <a:ln>
            <a:noFill/>
          </a:ln>
        </p:spPr>
      </p:pic>
      <p:pic>
        <p:nvPicPr>
          <p:cNvPr id="379" name="Google Shape;379;p18"/>
          <p:cNvPicPr preferRelativeResize="0"/>
          <p:nvPr/>
        </p:nvPicPr>
        <p:blipFill rotWithShape="1">
          <a:blip r:embed="rId8">
            <a:alphaModFix/>
          </a:blip>
          <a:srcRect b="37516" l="0" r="0" t="14486"/>
          <a:stretch/>
        </p:blipFill>
        <p:spPr>
          <a:xfrm>
            <a:off x="398925" y="8791226"/>
            <a:ext cx="6895500" cy="1861800"/>
          </a:xfrm>
          <a:prstGeom prst="roundRect">
            <a:avLst>
              <a:gd fmla="val 7208" name="adj"/>
            </a:avLst>
          </a:prstGeom>
          <a:solidFill>
            <a:srgbClr val="0009DC">
              <a:alpha val="6275"/>
            </a:srgbClr>
          </a:solidFill>
          <a:ln>
            <a:noFill/>
          </a:ln>
        </p:spPr>
      </p:pic>
      <p:sp>
        <p:nvSpPr>
          <p:cNvPr id="380" name="Google Shape;380;p18"/>
          <p:cNvSpPr/>
          <p:nvPr/>
        </p:nvSpPr>
        <p:spPr>
          <a:xfrm>
            <a:off x="398925" y="8791223"/>
            <a:ext cx="6895500" cy="1861800"/>
          </a:xfrm>
          <a:prstGeom prst="round2SameRect">
            <a:avLst>
              <a:gd fmla="val 7339" name="adj1"/>
              <a:gd fmla="val 7359" name="adj2"/>
            </a:avLst>
          </a:prstGeom>
          <a:solidFill>
            <a:srgbClr val="000000">
              <a:alpha val="5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1" name="Google Shape;381;p18"/>
          <p:cNvSpPr txBox="1"/>
          <p:nvPr/>
        </p:nvSpPr>
        <p:spPr>
          <a:xfrm>
            <a:off x="1086421" y="9522022"/>
            <a:ext cx="244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Barlow Semi Condensed Black"/>
                <a:ea typeface="Barlow Semi Condensed Black"/>
                <a:cs typeface="Barlow Semi Condensed Black"/>
                <a:sym typeface="Barlow Semi Condensed Black"/>
              </a:rPr>
              <a:t>SECTION TITLE</a:t>
            </a:r>
            <a:endParaRPr b="0" i="0" sz="1400" u="none" cap="none" strike="noStrike">
              <a:solidFill>
                <a:srgbClr val="FFFFFF"/>
              </a:solidFill>
              <a:latin typeface="Barlow Semi Condensed Black"/>
              <a:ea typeface="Barlow Semi Condensed Black"/>
              <a:cs typeface="Barlow Semi Condensed Black"/>
              <a:sym typeface="Barlow Semi Condensed Black"/>
            </a:endParaRPr>
          </a:p>
        </p:txBody>
      </p:sp>
      <p:sp>
        <p:nvSpPr>
          <p:cNvPr id="382" name="Google Shape;382;p18"/>
          <p:cNvSpPr/>
          <p:nvPr/>
        </p:nvSpPr>
        <p:spPr>
          <a:xfrm>
            <a:off x="617375" y="9601075"/>
            <a:ext cx="456600" cy="242100"/>
          </a:xfrm>
          <a:prstGeom prst="roundRect">
            <a:avLst>
              <a:gd fmla="val 50000" name="adj"/>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3" name="Google Shape;383;p18"/>
          <p:cNvSpPr txBox="1"/>
          <p:nvPr/>
        </p:nvSpPr>
        <p:spPr>
          <a:xfrm>
            <a:off x="675006" y="9522025"/>
            <a:ext cx="344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Barlow Semi Condensed Black"/>
                <a:ea typeface="Barlow Semi Condensed Black"/>
                <a:cs typeface="Barlow Semi Condensed Black"/>
                <a:sym typeface="Barlow Semi Condensed Black"/>
              </a:rPr>
              <a:t>01</a:t>
            </a:r>
            <a:endParaRPr b="0" i="0" sz="1400" u="none" cap="none" strike="noStrike">
              <a:solidFill>
                <a:srgbClr val="000000"/>
              </a:solidFill>
              <a:latin typeface="Barlow Semi Condensed Black"/>
              <a:ea typeface="Barlow Semi Condensed Black"/>
              <a:cs typeface="Barlow Semi Condensed Black"/>
              <a:sym typeface="Barlow Semi Condensed Black"/>
            </a:endParaRPr>
          </a:p>
        </p:txBody>
      </p:sp>
      <p:sp>
        <p:nvSpPr>
          <p:cNvPr id="384" name="Google Shape;384;p18"/>
          <p:cNvSpPr txBox="1"/>
          <p:nvPr/>
        </p:nvSpPr>
        <p:spPr>
          <a:xfrm>
            <a:off x="617374" y="9004300"/>
            <a:ext cx="62154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700" u="none" cap="none" strike="noStrike">
                <a:solidFill>
                  <a:srgbClr val="FFFFFF"/>
                </a:solidFill>
                <a:latin typeface="Barlow Semi Condensed Black"/>
                <a:ea typeface="Barlow Semi Condensed Black"/>
                <a:cs typeface="Barlow Semi Condensed Black"/>
                <a:sym typeface="Barlow Semi Condensed Black"/>
              </a:rPr>
              <a:t>SECTION TITLE SECTION TITLE </a:t>
            </a:r>
            <a:r>
              <a:rPr b="0" i="0" lang="en-US" sz="1700" u="none" cap="none" strike="noStrike">
                <a:solidFill>
                  <a:srgbClr val="AEF33E"/>
                </a:solidFill>
                <a:latin typeface="Barlow Semi Condensed Black"/>
                <a:ea typeface="Barlow Semi Condensed Black"/>
                <a:cs typeface="Barlow Semi Condensed Black"/>
                <a:sym typeface="Barlow Semi Condensed Black"/>
              </a:rPr>
              <a:t>SECTION TITLE SECTION TITLE</a:t>
            </a:r>
            <a:endParaRPr b="0" i="0" sz="1700" u="none" cap="none" strike="noStrike">
              <a:solidFill>
                <a:srgbClr val="AEF33E"/>
              </a:solidFill>
              <a:latin typeface="Barlow Semi Condensed Black"/>
              <a:ea typeface="Barlow Semi Condensed Black"/>
              <a:cs typeface="Barlow Semi Condensed Black"/>
              <a:sym typeface="Barlow Semi Condensed Black"/>
            </a:endParaRPr>
          </a:p>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FFFFFF"/>
              </a:solidFill>
              <a:latin typeface="Barlow Semi Condensed Black"/>
              <a:ea typeface="Barlow Semi Condensed Black"/>
              <a:cs typeface="Barlow Semi Condensed Black"/>
              <a:sym typeface="Barlow Semi Condensed Black"/>
            </a:endParaRPr>
          </a:p>
        </p:txBody>
      </p:sp>
      <p:sp>
        <p:nvSpPr>
          <p:cNvPr id="385" name="Google Shape;385;p18"/>
          <p:cNvSpPr txBox="1"/>
          <p:nvPr/>
        </p:nvSpPr>
        <p:spPr>
          <a:xfrm>
            <a:off x="617375" y="9922225"/>
            <a:ext cx="1564500" cy="4386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Inter"/>
              <a:buNone/>
            </a:pPr>
            <a:r>
              <a:rPr b="0" i="0" lang="en-US" sz="800" u="none" cap="none" strike="noStrike">
                <a:solidFill>
                  <a:srgbClr val="FFFFFF"/>
                </a:solidFill>
                <a:latin typeface="Inter"/>
                <a:ea typeface="Inter"/>
                <a:cs typeface="Inter"/>
                <a:sym typeface="Inter"/>
              </a:rPr>
              <a:t>Short subtext here Short subtext here Short sub text here</a:t>
            </a:r>
            <a:endParaRPr b="0" i="0" sz="800" u="none" cap="none" strike="noStrike">
              <a:solidFill>
                <a:srgbClr val="FFFFFF"/>
              </a:solidFill>
              <a:latin typeface="Inter"/>
              <a:ea typeface="Inter"/>
              <a:cs typeface="Inter"/>
              <a:sym typeface="Inter"/>
            </a:endParaRPr>
          </a:p>
        </p:txBody>
      </p:sp>
      <p:sp>
        <p:nvSpPr>
          <p:cNvPr id="386" name="Google Shape;386;p18"/>
          <p:cNvSpPr txBox="1"/>
          <p:nvPr/>
        </p:nvSpPr>
        <p:spPr>
          <a:xfrm>
            <a:off x="3239876" y="9522022"/>
            <a:ext cx="244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Barlow Semi Condensed Black"/>
                <a:ea typeface="Barlow Semi Condensed Black"/>
                <a:cs typeface="Barlow Semi Condensed Black"/>
                <a:sym typeface="Barlow Semi Condensed Black"/>
              </a:rPr>
              <a:t>SECTION TITLE</a:t>
            </a:r>
            <a:endParaRPr b="0" i="0" sz="1400" u="none" cap="none" strike="noStrike">
              <a:solidFill>
                <a:srgbClr val="FFFFFF"/>
              </a:solidFill>
              <a:latin typeface="Barlow Semi Condensed Black"/>
              <a:ea typeface="Barlow Semi Condensed Black"/>
              <a:cs typeface="Barlow Semi Condensed Black"/>
              <a:sym typeface="Barlow Semi Condensed Black"/>
            </a:endParaRPr>
          </a:p>
        </p:txBody>
      </p:sp>
      <p:sp>
        <p:nvSpPr>
          <p:cNvPr id="387" name="Google Shape;387;p18"/>
          <p:cNvSpPr/>
          <p:nvPr/>
        </p:nvSpPr>
        <p:spPr>
          <a:xfrm>
            <a:off x="2770830" y="9601075"/>
            <a:ext cx="456600" cy="242100"/>
          </a:xfrm>
          <a:prstGeom prst="roundRect">
            <a:avLst>
              <a:gd fmla="val 50000" name="adj"/>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8" name="Google Shape;388;p18"/>
          <p:cNvSpPr txBox="1"/>
          <p:nvPr/>
        </p:nvSpPr>
        <p:spPr>
          <a:xfrm>
            <a:off x="2806297" y="9522025"/>
            <a:ext cx="39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Barlow Semi Condensed Black"/>
                <a:ea typeface="Barlow Semi Condensed Black"/>
                <a:cs typeface="Barlow Semi Condensed Black"/>
                <a:sym typeface="Barlow Semi Condensed Black"/>
              </a:rPr>
              <a:t>02</a:t>
            </a:r>
            <a:endParaRPr b="0" i="0" sz="1400" u="none" cap="none" strike="noStrike">
              <a:solidFill>
                <a:srgbClr val="000000"/>
              </a:solidFill>
              <a:latin typeface="Barlow Semi Condensed Black"/>
              <a:ea typeface="Barlow Semi Condensed Black"/>
              <a:cs typeface="Barlow Semi Condensed Black"/>
              <a:sym typeface="Barlow Semi Condensed Black"/>
            </a:endParaRPr>
          </a:p>
        </p:txBody>
      </p:sp>
      <p:sp>
        <p:nvSpPr>
          <p:cNvPr id="389" name="Google Shape;389;p18"/>
          <p:cNvSpPr txBox="1"/>
          <p:nvPr/>
        </p:nvSpPr>
        <p:spPr>
          <a:xfrm>
            <a:off x="2770830" y="9922225"/>
            <a:ext cx="1564500" cy="4386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Inter"/>
              <a:buNone/>
            </a:pPr>
            <a:r>
              <a:rPr b="0" i="0" lang="en-US" sz="800" u="none" cap="none" strike="noStrike">
                <a:solidFill>
                  <a:srgbClr val="FFFFFF"/>
                </a:solidFill>
                <a:latin typeface="Inter"/>
                <a:ea typeface="Inter"/>
                <a:cs typeface="Inter"/>
                <a:sym typeface="Inter"/>
              </a:rPr>
              <a:t>Short subtext here Short subtext here Short sub text here</a:t>
            </a:r>
            <a:endParaRPr b="0" i="0" sz="800" u="none" cap="none" strike="noStrike">
              <a:solidFill>
                <a:srgbClr val="FFFFFF"/>
              </a:solidFill>
              <a:latin typeface="Inter"/>
              <a:ea typeface="Inter"/>
              <a:cs typeface="Inter"/>
              <a:sym typeface="Inter"/>
            </a:endParaRPr>
          </a:p>
        </p:txBody>
      </p:sp>
      <p:sp>
        <p:nvSpPr>
          <p:cNvPr id="390" name="Google Shape;390;p18"/>
          <p:cNvSpPr txBox="1"/>
          <p:nvPr/>
        </p:nvSpPr>
        <p:spPr>
          <a:xfrm>
            <a:off x="5412471" y="9522022"/>
            <a:ext cx="244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Barlow Semi Condensed Black"/>
                <a:ea typeface="Barlow Semi Condensed Black"/>
                <a:cs typeface="Barlow Semi Condensed Black"/>
                <a:sym typeface="Barlow Semi Condensed Black"/>
              </a:rPr>
              <a:t>SECTION TITLE</a:t>
            </a:r>
            <a:endParaRPr b="0" i="0" sz="1400" u="none" cap="none" strike="noStrike">
              <a:solidFill>
                <a:srgbClr val="FFFFFF"/>
              </a:solidFill>
              <a:latin typeface="Barlow Semi Condensed Black"/>
              <a:ea typeface="Barlow Semi Condensed Black"/>
              <a:cs typeface="Barlow Semi Condensed Black"/>
              <a:sym typeface="Barlow Semi Condensed Black"/>
            </a:endParaRPr>
          </a:p>
        </p:txBody>
      </p:sp>
      <p:sp>
        <p:nvSpPr>
          <p:cNvPr id="391" name="Google Shape;391;p18"/>
          <p:cNvSpPr/>
          <p:nvPr/>
        </p:nvSpPr>
        <p:spPr>
          <a:xfrm>
            <a:off x="4943425" y="9601075"/>
            <a:ext cx="456600" cy="242100"/>
          </a:xfrm>
          <a:prstGeom prst="roundRect">
            <a:avLst>
              <a:gd fmla="val 50000" name="adj"/>
            </a:avLst>
          </a:prstGeom>
          <a:solidFill>
            <a:srgbClr val="AEF33E"/>
          </a:solidFill>
          <a:ln cap="flat" cmpd="sng" w="9525">
            <a:solidFill>
              <a:srgbClr val="AEF3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2" name="Google Shape;392;p18"/>
          <p:cNvSpPr txBox="1"/>
          <p:nvPr/>
        </p:nvSpPr>
        <p:spPr>
          <a:xfrm>
            <a:off x="4978549" y="9522025"/>
            <a:ext cx="39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Barlow Semi Condensed Black"/>
                <a:ea typeface="Barlow Semi Condensed Black"/>
                <a:cs typeface="Barlow Semi Condensed Black"/>
                <a:sym typeface="Barlow Semi Condensed Black"/>
              </a:rPr>
              <a:t>03</a:t>
            </a:r>
            <a:endParaRPr b="0" i="0" sz="1400" u="none" cap="none" strike="noStrike">
              <a:solidFill>
                <a:srgbClr val="000000"/>
              </a:solidFill>
              <a:latin typeface="Barlow Semi Condensed Black"/>
              <a:ea typeface="Barlow Semi Condensed Black"/>
              <a:cs typeface="Barlow Semi Condensed Black"/>
              <a:sym typeface="Barlow Semi Condensed Black"/>
            </a:endParaRPr>
          </a:p>
        </p:txBody>
      </p:sp>
      <p:sp>
        <p:nvSpPr>
          <p:cNvPr id="393" name="Google Shape;393;p18"/>
          <p:cNvSpPr txBox="1"/>
          <p:nvPr/>
        </p:nvSpPr>
        <p:spPr>
          <a:xfrm>
            <a:off x="4943425" y="9922225"/>
            <a:ext cx="1564500" cy="438600"/>
          </a:xfrm>
          <a:prstGeom prst="rect">
            <a:avLst/>
          </a:prstGeom>
          <a:noFill/>
          <a:ln>
            <a:noFill/>
          </a:ln>
        </p:spPr>
        <p:txBody>
          <a:bodyPr anchorCtr="0" anchor="b"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Inter"/>
              <a:buNone/>
            </a:pPr>
            <a:r>
              <a:rPr b="0" i="0" lang="en-US" sz="800" u="none" cap="none" strike="noStrike">
                <a:solidFill>
                  <a:srgbClr val="FFFFFF"/>
                </a:solidFill>
                <a:latin typeface="Inter"/>
                <a:ea typeface="Inter"/>
                <a:cs typeface="Inter"/>
                <a:sym typeface="Inter"/>
              </a:rPr>
              <a:t>Short subtext here Short subtext here Short sub text here</a:t>
            </a:r>
            <a:endParaRPr b="0" i="0" sz="800" u="none" cap="none" strike="noStrike">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